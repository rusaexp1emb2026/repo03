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75" r:id="rId4"/>
    <p:sldId id="277" r:id="rId5"/>
    <p:sldId id="278" r:id="rId6"/>
    <p:sldId id="262" r:id="rId7"/>
    <p:sldId id="279" r:id="rId8"/>
    <p:sldId id="280" r:id="rId9"/>
    <p:sldId id="268" r:id="rId10"/>
    <p:sldId id="281" r:id="rId11"/>
    <p:sldId id="269" r:id="rId12"/>
    <p:sldId id="286" r:id="rId13"/>
    <p:sldId id="287" r:id="rId14"/>
    <p:sldId id="284" r:id="rId1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F44"/>
    <a:srgbClr val="3E3F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5F3691-7DFB-21B7-0078-CD6065F4CD0D}" v="1345" dt="2026-04-17T15:09:47.767"/>
    <p1510:client id="{7CC049CD-4ED6-564D-97A8-1F3630A46CFF}" v="5" dt="2026-04-17T02:26:58.039"/>
    <p1510:client id="{C34D9319-4C46-105D-8714-F2E68F7735EE}" v="25" dt="2026-04-17T03:31:19.018"/>
    <p1510:client id="{D9C52484-D92C-F870-ECDB-A58013BFF2F8}" v="440" dt="2026-04-17T04:41:47.381"/>
    <p1510:client id="{ED49C4C0-902F-3031-677A-D6CBEF2151A9}" v="401" dt="2026-04-16T08:40:54.78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F2FEAA-9AC6-B826-1BE2-690AC595DF0E}"/>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351F36A-451C-4759-9D6B-50F2610F2F5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07DFEC3-A683-8157-9FD8-6ECEBDC8C8F4}"/>
              </a:ext>
            </a:extLst>
          </p:cNvPr>
          <p:cNvSpPr>
            <a:spLocks noGrp="1"/>
          </p:cNvSpPr>
          <p:nvPr>
            <p:ph type="dt" sz="half" idx="10"/>
          </p:nvPr>
        </p:nvSpPr>
        <p:spPr/>
        <p:txBody>
          <a:bodyPr/>
          <a:lstStyle/>
          <a:p>
            <a:fld id="{6CD272E0-1020-44B3-A065-BD9D9E626388}" type="datetimeFigureOut">
              <a:rPr kumimoji="1" lang="ja-JP" altLang="en-US" smtClean="0"/>
              <a:t>2026/4/22</a:t>
            </a:fld>
            <a:endParaRPr kumimoji="1" lang="ja-JP" altLang="en-US"/>
          </a:p>
        </p:txBody>
      </p:sp>
      <p:sp>
        <p:nvSpPr>
          <p:cNvPr id="5" name="フッター プレースホルダー 4">
            <a:extLst>
              <a:ext uri="{FF2B5EF4-FFF2-40B4-BE49-F238E27FC236}">
                <a16:creationId xmlns:a16="http://schemas.microsoft.com/office/drawing/2014/main" id="{1E589C17-BF4A-AA8F-D6B2-276E9546191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0290DA-AC8B-7F08-8C3C-67DD0D4FECC8}"/>
              </a:ext>
            </a:extLst>
          </p:cNvPr>
          <p:cNvSpPr>
            <a:spLocks noGrp="1"/>
          </p:cNvSpPr>
          <p:nvPr>
            <p:ph type="sldNum" sz="quarter" idx="12"/>
          </p:nvPr>
        </p:nvSpPr>
        <p:spPr/>
        <p:txBody>
          <a:body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41705570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887A4A-C4FF-DE41-AAE8-59A6D3FF59F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1C90393-9F62-8309-66EF-C9DC47E47B14}"/>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4941C92-8C2A-1DB8-ADC7-1E766665DF70}"/>
              </a:ext>
            </a:extLst>
          </p:cNvPr>
          <p:cNvSpPr>
            <a:spLocks noGrp="1"/>
          </p:cNvSpPr>
          <p:nvPr>
            <p:ph type="dt" sz="half" idx="10"/>
          </p:nvPr>
        </p:nvSpPr>
        <p:spPr/>
        <p:txBody>
          <a:bodyPr/>
          <a:lstStyle/>
          <a:p>
            <a:fld id="{6CD272E0-1020-44B3-A065-BD9D9E626388}" type="datetimeFigureOut">
              <a:rPr kumimoji="1" lang="ja-JP" altLang="en-US" smtClean="0"/>
              <a:t>2026/4/22</a:t>
            </a:fld>
            <a:endParaRPr kumimoji="1" lang="ja-JP" altLang="en-US"/>
          </a:p>
        </p:txBody>
      </p:sp>
      <p:sp>
        <p:nvSpPr>
          <p:cNvPr id="5" name="フッター プレースホルダー 4">
            <a:extLst>
              <a:ext uri="{FF2B5EF4-FFF2-40B4-BE49-F238E27FC236}">
                <a16:creationId xmlns:a16="http://schemas.microsoft.com/office/drawing/2014/main" id="{E0084F12-2C0C-DFEB-7B1F-9EA7C06A842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3467BC4-95EC-A94C-F2F6-44C5F2D5B092}"/>
              </a:ext>
            </a:extLst>
          </p:cNvPr>
          <p:cNvSpPr>
            <a:spLocks noGrp="1"/>
          </p:cNvSpPr>
          <p:nvPr>
            <p:ph type="sldNum" sz="quarter" idx="12"/>
          </p:nvPr>
        </p:nvSpPr>
        <p:spPr/>
        <p:txBody>
          <a:body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2273837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9C8E74-71BB-3618-32EA-707AF945C9D9}"/>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8D31ACC-8282-9DEF-5E05-14DEE59A4F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700FC110-9971-13AD-5D6C-8D173A284B0F}"/>
              </a:ext>
            </a:extLst>
          </p:cNvPr>
          <p:cNvSpPr>
            <a:spLocks noGrp="1"/>
          </p:cNvSpPr>
          <p:nvPr>
            <p:ph type="dt" sz="half" idx="10"/>
          </p:nvPr>
        </p:nvSpPr>
        <p:spPr/>
        <p:txBody>
          <a:bodyPr/>
          <a:lstStyle/>
          <a:p>
            <a:fld id="{6CD272E0-1020-44B3-A065-BD9D9E626388}" type="datetimeFigureOut">
              <a:rPr kumimoji="1" lang="ja-JP" altLang="en-US" smtClean="0"/>
              <a:t>2026/4/22</a:t>
            </a:fld>
            <a:endParaRPr kumimoji="1" lang="ja-JP" altLang="en-US"/>
          </a:p>
        </p:txBody>
      </p:sp>
      <p:sp>
        <p:nvSpPr>
          <p:cNvPr id="5" name="フッター プレースホルダー 4">
            <a:extLst>
              <a:ext uri="{FF2B5EF4-FFF2-40B4-BE49-F238E27FC236}">
                <a16:creationId xmlns:a16="http://schemas.microsoft.com/office/drawing/2014/main" id="{6BE2CFD6-3A01-733C-78DE-D94E053EA0E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C2E488F-E0B8-E232-4B10-0E4F95893FCC}"/>
              </a:ext>
            </a:extLst>
          </p:cNvPr>
          <p:cNvSpPr>
            <a:spLocks noGrp="1"/>
          </p:cNvSpPr>
          <p:nvPr>
            <p:ph type="sldNum" sz="quarter" idx="12"/>
          </p:nvPr>
        </p:nvSpPr>
        <p:spPr/>
        <p:txBody>
          <a:body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572427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456A6F3-FC5A-2DEC-7A24-44D894AB2B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F39B10E-C478-AD9E-399C-99E25738D34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3F98875-E104-EF18-C71A-E257E689D816}"/>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27FB754E-66EA-613C-E786-8572C27DAEDF}"/>
              </a:ext>
            </a:extLst>
          </p:cNvPr>
          <p:cNvSpPr>
            <a:spLocks noGrp="1"/>
          </p:cNvSpPr>
          <p:nvPr>
            <p:ph type="dt" sz="half" idx="10"/>
          </p:nvPr>
        </p:nvSpPr>
        <p:spPr/>
        <p:txBody>
          <a:bodyPr/>
          <a:lstStyle/>
          <a:p>
            <a:fld id="{6CD272E0-1020-44B3-A065-BD9D9E626388}" type="datetimeFigureOut">
              <a:rPr kumimoji="1" lang="ja-JP" altLang="en-US" smtClean="0"/>
              <a:t>2026/4/22</a:t>
            </a:fld>
            <a:endParaRPr kumimoji="1" lang="ja-JP" altLang="en-US"/>
          </a:p>
        </p:txBody>
      </p:sp>
      <p:sp>
        <p:nvSpPr>
          <p:cNvPr id="6" name="フッター プレースホルダー 5">
            <a:extLst>
              <a:ext uri="{FF2B5EF4-FFF2-40B4-BE49-F238E27FC236}">
                <a16:creationId xmlns:a16="http://schemas.microsoft.com/office/drawing/2014/main" id="{8F2F1160-C6DF-4577-1AC7-328D17FB1E6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4426E9B-8562-5D33-1960-E47DEBA9738E}"/>
              </a:ext>
            </a:extLst>
          </p:cNvPr>
          <p:cNvSpPr>
            <a:spLocks noGrp="1"/>
          </p:cNvSpPr>
          <p:nvPr>
            <p:ph type="sldNum" sz="quarter" idx="12"/>
          </p:nvPr>
        </p:nvSpPr>
        <p:spPr/>
        <p:txBody>
          <a:body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41991486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6750E5-BDB9-F516-CB68-312F5655D2D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7FA5333-AA06-263E-05E6-5856635425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3763AEA9-2AEA-27B3-8AB7-BCC8CE2E3D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F93920B1-3A92-C6AB-401C-3BD166DF7B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568058D-3451-ACEC-4E58-BA0FA5B52A9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9150B70-5403-560B-FABF-654780209261}"/>
              </a:ext>
            </a:extLst>
          </p:cNvPr>
          <p:cNvSpPr>
            <a:spLocks noGrp="1"/>
          </p:cNvSpPr>
          <p:nvPr>
            <p:ph type="dt" sz="half" idx="10"/>
          </p:nvPr>
        </p:nvSpPr>
        <p:spPr/>
        <p:txBody>
          <a:bodyPr/>
          <a:lstStyle/>
          <a:p>
            <a:fld id="{6CD272E0-1020-44B3-A065-BD9D9E626388}" type="datetimeFigureOut">
              <a:rPr kumimoji="1" lang="ja-JP" altLang="en-US" smtClean="0"/>
              <a:t>2026/4/22</a:t>
            </a:fld>
            <a:endParaRPr kumimoji="1" lang="ja-JP" altLang="en-US"/>
          </a:p>
        </p:txBody>
      </p:sp>
      <p:sp>
        <p:nvSpPr>
          <p:cNvPr id="8" name="フッター プレースホルダー 7">
            <a:extLst>
              <a:ext uri="{FF2B5EF4-FFF2-40B4-BE49-F238E27FC236}">
                <a16:creationId xmlns:a16="http://schemas.microsoft.com/office/drawing/2014/main" id="{E7423958-46A4-5EDD-06EE-B3588DEA81A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63C10FB6-5950-F5B9-678C-D597B482D4F0}"/>
              </a:ext>
            </a:extLst>
          </p:cNvPr>
          <p:cNvSpPr>
            <a:spLocks noGrp="1"/>
          </p:cNvSpPr>
          <p:nvPr>
            <p:ph type="sldNum" sz="quarter" idx="12"/>
          </p:nvPr>
        </p:nvSpPr>
        <p:spPr/>
        <p:txBody>
          <a:body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38230946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5DE6AC0-A4E8-ABF2-2839-E3E1DDD9BE4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94A83C5-BF3A-2562-908A-7C232468DCDC}"/>
              </a:ext>
            </a:extLst>
          </p:cNvPr>
          <p:cNvSpPr>
            <a:spLocks noGrp="1"/>
          </p:cNvSpPr>
          <p:nvPr>
            <p:ph type="dt" sz="half" idx="10"/>
          </p:nvPr>
        </p:nvSpPr>
        <p:spPr/>
        <p:txBody>
          <a:bodyPr/>
          <a:lstStyle/>
          <a:p>
            <a:fld id="{6CD272E0-1020-44B3-A065-BD9D9E626388}" type="datetimeFigureOut">
              <a:rPr kumimoji="1" lang="ja-JP" altLang="en-US" smtClean="0"/>
              <a:t>2026/4/22</a:t>
            </a:fld>
            <a:endParaRPr kumimoji="1" lang="ja-JP" altLang="en-US"/>
          </a:p>
        </p:txBody>
      </p:sp>
      <p:sp>
        <p:nvSpPr>
          <p:cNvPr id="4" name="フッター プレースホルダー 3">
            <a:extLst>
              <a:ext uri="{FF2B5EF4-FFF2-40B4-BE49-F238E27FC236}">
                <a16:creationId xmlns:a16="http://schemas.microsoft.com/office/drawing/2014/main" id="{B767C5A1-8FF7-F099-CCE5-2E7D1AAE820E}"/>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54FC7E53-35E2-63DB-AEB5-8E3171587CF8}"/>
              </a:ext>
            </a:extLst>
          </p:cNvPr>
          <p:cNvSpPr>
            <a:spLocks noGrp="1"/>
          </p:cNvSpPr>
          <p:nvPr>
            <p:ph type="sldNum" sz="quarter" idx="12"/>
          </p:nvPr>
        </p:nvSpPr>
        <p:spPr/>
        <p:txBody>
          <a:body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35187214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8AFF404F-C57F-5A16-61C8-AE777006F42E}"/>
              </a:ext>
            </a:extLst>
          </p:cNvPr>
          <p:cNvSpPr>
            <a:spLocks noGrp="1"/>
          </p:cNvSpPr>
          <p:nvPr>
            <p:ph type="dt" sz="half" idx="10"/>
          </p:nvPr>
        </p:nvSpPr>
        <p:spPr/>
        <p:txBody>
          <a:bodyPr/>
          <a:lstStyle/>
          <a:p>
            <a:fld id="{6CD272E0-1020-44B3-A065-BD9D9E626388}" type="datetimeFigureOut">
              <a:rPr kumimoji="1" lang="ja-JP" altLang="en-US" smtClean="0"/>
              <a:t>2026/4/22</a:t>
            </a:fld>
            <a:endParaRPr kumimoji="1" lang="ja-JP" altLang="en-US"/>
          </a:p>
        </p:txBody>
      </p:sp>
      <p:sp>
        <p:nvSpPr>
          <p:cNvPr id="3" name="フッター プレースホルダー 2">
            <a:extLst>
              <a:ext uri="{FF2B5EF4-FFF2-40B4-BE49-F238E27FC236}">
                <a16:creationId xmlns:a16="http://schemas.microsoft.com/office/drawing/2014/main" id="{EE537BB2-C2BD-7512-1518-E37E14EB469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CD9CC4DE-09BA-10FA-71AC-B072581D5ED6}"/>
              </a:ext>
            </a:extLst>
          </p:cNvPr>
          <p:cNvSpPr>
            <a:spLocks noGrp="1"/>
          </p:cNvSpPr>
          <p:nvPr>
            <p:ph type="sldNum" sz="quarter" idx="12"/>
          </p:nvPr>
        </p:nvSpPr>
        <p:spPr/>
        <p:txBody>
          <a:body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8494062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4D56DA-C463-6B59-94FE-6EF66E4B92B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347EE81-F9DA-09EA-2A22-6D6AC14CD5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AEC252D-A705-60E9-9A78-19FA7C0526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30C6525-6115-4F80-EFA9-6E31AB5AF7BE}"/>
              </a:ext>
            </a:extLst>
          </p:cNvPr>
          <p:cNvSpPr>
            <a:spLocks noGrp="1"/>
          </p:cNvSpPr>
          <p:nvPr>
            <p:ph type="dt" sz="half" idx="10"/>
          </p:nvPr>
        </p:nvSpPr>
        <p:spPr/>
        <p:txBody>
          <a:bodyPr/>
          <a:lstStyle/>
          <a:p>
            <a:fld id="{6CD272E0-1020-44B3-A065-BD9D9E626388}" type="datetimeFigureOut">
              <a:rPr kumimoji="1" lang="ja-JP" altLang="en-US" smtClean="0"/>
              <a:t>2026/4/22</a:t>
            </a:fld>
            <a:endParaRPr kumimoji="1" lang="ja-JP" altLang="en-US"/>
          </a:p>
        </p:txBody>
      </p:sp>
      <p:sp>
        <p:nvSpPr>
          <p:cNvPr id="6" name="フッター プレースホルダー 5">
            <a:extLst>
              <a:ext uri="{FF2B5EF4-FFF2-40B4-BE49-F238E27FC236}">
                <a16:creationId xmlns:a16="http://schemas.microsoft.com/office/drawing/2014/main" id="{98D51235-F598-D1E1-41AF-3C6F6401439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9A36657-4371-288E-9B28-1A4C4B77C576}"/>
              </a:ext>
            </a:extLst>
          </p:cNvPr>
          <p:cNvSpPr>
            <a:spLocks noGrp="1"/>
          </p:cNvSpPr>
          <p:nvPr>
            <p:ph type="sldNum" sz="quarter" idx="12"/>
          </p:nvPr>
        </p:nvSpPr>
        <p:spPr/>
        <p:txBody>
          <a:body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1679273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71896A-1B56-2EAF-9C2B-A7295C4EA7A3}"/>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4EFED66-928A-E72B-84B9-8209022824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F1D2752-5C6A-DE25-2411-E0A006FC72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2BCA6C7-66C7-E1E5-BFFC-A4E4C605713F}"/>
              </a:ext>
            </a:extLst>
          </p:cNvPr>
          <p:cNvSpPr>
            <a:spLocks noGrp="1"/>
          </p:cNvSpPr>
          <p:nvPr>
            <p:ph type="dt" sz="half" idx="10"/>
          </p:nvPr>
        </p:nvSpPr>
        <p:spPr/>
        <p:txBody>
          <a:bodyPr/>
          <a:lstStyle/>
          <a:p>
            <a:fld id="{6CD272E0-1020-44B3-A065-BD9D9E626388}" type="datetimeFigureOut">
              <a:rPr kumimoji="1" lang="ja-JP" altLang="en-US" smtClean="0"/>
              <a:t>2026/4/22</a:t>
            </a:fld>
            <a:endParaRPr kumimoji="1" lang="ja-JP" altLang="en-US"/>
          </a:p>
        </p:txBody>
      </p:sp>
      <p:sp>
        <p:nvSpPr>
          <p:cNvPr id="6" name="フッター プレースホルダー 5">
            <a:extLst>
              <a:ext uri="{FF2B5EF4-FFF2-40B4-BE49-F238E27FC236}">
                <a16:creationId xmlns:a16="http://schemas.microsoft.com/office/drawing/2014/main" id="{B4F36623-10E3-BA46-511D-F9EFDA455BA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EAAE291-1553-9FC7-3E32-2DABDD72EB57}"/>
              </a:ext>
            </a:extLst>
          </p:cNvPr>
          <p:cNvSpPr>
            <a:spLocks noGrp="1"/>
          </p:cNvSpPr>
          <p:nvPr>
            <p:ph type="sldNum" sz="quarter" idx="12"/>
          </p:nvPr>
        </p:nvSpPr>
        <p:spPr/>
        <p:txBody>
          <a:body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4081072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5F7BBB-4CD3-3406-CBBF-0CBE32339E5A}"/>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A9BA70B-CA08-D6BB-A6D8-EB8F520D714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4C54ECB-C9AE-519B-FC4A-4C77211412DC}"/>
              </a:ext>
            </a:extLst>
          </p:cNvPr>
          <p:cNvSpPr>
            <a:spLocks noGrp="1"/>
          </p:cNvSpPr>
          <p:nvPr>
            <p:ph type="dt" sz="half" idx="10"/>
          </p:nvPr>
        </p:nvSpPr>
        <p:spPr/>
        <p:txBody>
          <a:bodyPr/>
          <a:lstStyle/>
          <a:p>
            <a:fld id="{6CD272E0-1020-44B3-A065-BD9D9E626388}" type="datetimeFigureOut">
              <a:rPr kumimoji="1" lang="ja-JP" altLang="en-US" smtClean="0"/>
              <a:t>2026/4/22</a:t>
            </a:fld>
            <a:endParaRPr kumimoji="1" lang="ja-JP" altLang="en-US"/>
          </a:p>
        </p:txBody>
      </p:sp>
      <p:sp>
        <p:nvSpPr>
          <p:cNvPr id="5" name="フッター プレースホルダー 4">
            <a:extLst>
              <a:ext uri="{FF2B5EF4-FFF2-40B4-BE49-F238E27FC236}">
                <a16:creationId xmlns:a16="http://schemas.microsoft.com/office/drawing/2014/main" id="{4E68FC3B-AADE-8426-C157-9C6EB7A2001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1908C6D-C17C-196D-FDFF-F01C4A575D6D}"/>
              </a:ext>
            </a:extLst>
          </p:cNvPr>
          <p:cNvSpPr>
            <a:spLocks noGrp="1"/>
          </p:cNvSpPr>
          <p:nvPr>
            <p:ph type="sldNum" sz="quarter" idx="12"/>
          </p:nvPr>
        </p:nvSpPr>
        <p:spPr/>
        <p:txBody>
          <a:body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4343962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72CF2D3-6D1E-D3A2-E57A-010FCD8B0B6A}"/>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5BC2BAC-A22F-4CD2-FA87-547CAE121D9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CAE208E-C724-BBCC-D1D6-7C3067EEF5C3}"/>
              </a:ext>
            </a:extLst>
          </p:cNvPr>
          <p:cNvSpPr>
            <a:spLocks noGrp="1"/>
          </p:cNvSpPr>
          <p:nvPr>
            <p:ph type="dt" sz="half" idx="10"/>
          </p:nvPr>
        </p:nvSpPr>
        <p:spPr/>
        <p:txBody>
          <a:bodyPr/>
          <a:lstStyle/>
          <a:p>
            <a:fld id="{6CD272E0-1020-44B3-A065-BD9D9E626388}" type="datetimeFigureOut">
              <a:rPr kumimoji="1" lang="ja-JP" altLang="en-US" smtClean="0"/>
              <a:t>2026/4/22</a:t>
            </a:fld>
            <a:endParaRPr kumimoji="1" lang="ja-JP" altLang="en-US"/>
          </a:p>
        </p:txBody>
      </p:sp>
      <p:sp>
        <p:nvSpPr>
          <p:cNvPr id="5" name="フッター プレースホルダー 4">
            <a:extLst>
              <a:ext uri="{FF2B5EF4-FFF2-40B4-BE49-F238E27FC236}">
                <a16:creationId xmlns:a16="http://schemas.microsoft.com/office/drawing/2014/main" id="{C9DFBB25-94FD-1C42-8A69-62A02B188F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A8F061F-7F30-251B-E67C-DD9779B47B78}"/>
              </a:ext>
            </a:extLst>
          </p:cNvPr>
          <p:cNvSpPr>
            <a:spLocks noGrp="1"/>
          </p:cNvSpPr>
          <p:nvPr>
            <p:ph type="sldNum" sz="quarter" idx="12"/>
          </p:nvPr>
        </p:nvSpPr>
        <p:spPr/>
        <p:txBody>
          <a:body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3915543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D51DB0F-3473-40E4-1BAF-9C4FDB01ECA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4D5DD965-CF0E-0B7D-426A-D250B135806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9DB7B1-12DF-763C-BB51-48F291994E9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D272E0-1020-44B3-A065-BD9D9E626388}" type="datetimeFigureOut">
              <a:rPr kumimoji="1" lang="ja-JP" altLang="en-US" smtClean="0"/>
              <a:t>2026/4/22</a:t>
            </a:fld>
            <a:endParaRPr kumimoji="1" lang="ja-JP" altLang="en-US"/>
          </a:p>
        </p:txBody>
      </p:sp>
      <p:sp>
        <p:nvSpPr>
          <p:cNvPr id="5" name="フッター プレースホルダー 4">
            <a:extLst>
              <a:ext uri="{FF2B5EF4-FFF2-40B4-BE49-F238E27FC236}">
                <a16:creationId xmlns:a16="http://schemas.microsoft.com/office/drawing/2014/main" id="{4D476A2D-B460-23A3-D13D-C3D3695D8A7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E9EEED6-339B-E18A-A469-6BD7949691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A3F85A3-30D3-4A67-92D6-A76119BB82A9}" type="slidenum">
              <a:rPr kumimoji="1" lang="ja-JP" altLang="en-US" smtClean="0"/>
              <a:t>‹#›</a:t>
            </a:fld>
            <a:endParaRPr kumimoji="1" lang="ja-JP" altLang="en-US"/>
          </a:p>
        </p:txBody>
      </p:sp>
    </p:spTree>
    <p:extLst>
      <p:ext uri="{BB962C8B-B14F-4D97-AF65-F5344CB8AC3E}">
        <p14:creationId xmlns:p14="http://schemas.microsoft.com/office/powerpoint/2010/main" val="32705172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7" name="Rectangle 50">
            <a:extLst>
              <a:ext uri="{FF2B5EF4-FFF2-40B4-BE49-F238E27FC236}">
                <a16:creationId xmlns:a16="http://schemas.microsoft.com/office/drawing/2014/main" id="{289ED1AA-8684-4D37-B208-8777E1A77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Graphic 33">
            <a:extLst>
              <a:ext uri="{FF2B5EF4-FFF2-40B4-BE49-F238E27FC236}">
                <a16:creationId xmlns:a16="http://schemas.microsoft.com/office/drawing/2014/main" id="{4180E01B-B1F4-437C-807D-1C930718E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10784" y="0"/>
            <a:ext cx="9570431" cy="6858000"/>
          </a:xfrm>
          <a:custGeom>
            <a:avLst/>
            <a:gdLst>
              <a:gd name="connsiteX0" fmla="*/ 7178288 w 7187261"/>
              <a:gd name="connsiteY0" fmla="*/ 2604802 h 5150263"/>
              <a:gd name="connsiteX1" fmla="*/ 7169335 w 7187261"/>
              <a:gd name="connsiteY1" fmla="*/ 2328577 h 5150263"/>
              <a:gd name="connsiteX2" fmla="*/ 7060845 w 7187261"/>
              <a:gd name="connsiteY2" fmla="*/ 1661160 h 5150263"/>
              <a:gd name="connsiteX3" fmla="*/ 6212263 w 7187261"/>
              <a:gd name="connsiteY3" fmla="*/ 243840 h 5150263"/>
              <a:gd name="connsiteX4" fmla="*/ 5953564 w 7187261"/>
              <a:gd name="connsiteY4" fmla="*/ 0 h 5150263"/>
              <a:gd name="connsiteX5" fmla="*/ 1408615 w 7187261"/>
              <a:gd name="connsiteY5" fmla="*/ 0 h 5150263"/>
              <a:gd name="connsiteX6" fmla="*/ 805111 w 7187261"/>
              <a:gd name="connsiteY6" fmla="*/ 676275 h 5150263"/>
              <a:gd name="connsiteX7" fmla="*/ 104928 w 7187261"/>
              <a:gd name="connsiteY7" fmla="*/ 2183035 h 5150263"/>
              <a:gd name="connsiteX8" fmla="*/ 51588 w 7187261"/>
              <a:gd name="connsiteY8" fmla="*/ 2400014 h 5150263"/>
              <a:gd name="connsiteX9" fmla="*/ 41301 w 7187261"/>
              <a:gd name="connsiteY9" fmla="*/ 2424208 h 5150263"/>
              <a:gd name="connsiteX10" fmla="*/ 119692 w 7187261"/>
              <a:gd name="connsiteY10" fmla="*/ 1834801 h 5150263"/>
              <a:gd name="connsiteX11" fmla="*/ 870071 w 7187261"/>
              <a:gd name="connsiteY11" fmla="*/ 462248 h 5150263"/>
              <a:gd name="connsiteX12" fmla="*/ 1389279 w 7187261"/>
              <a:gd name="connsiteY12" fmla="*/ 476 h 5150263"/>
              <a:gd name="connsiteX13" fmla="*/ 1320223 w 7187261"/>
              <a:gd name="connsiteY13" fmla="*/ 476 h 5150263"/>
              <a:gd name="connsiteX14" fmla="*/ 423158 w 7187261"/>
              <a:gd name="connsiteY14" fmla="*/ 989743 h 5150263"/>
              <a:gd name="connsiteX15" fmla="*/ 25585 w 7187261"/>
              <a:gd name="connsiteY15" fmla="*/ 2113693 h 5150263"/>
              <a:gd name="connsiteX16" fmla="*/ 2344 w 7187261"/>
              <a:gd name="connsiteY16" fmla="*/ 2725865 h 5150263"/>
              <a:gd name="connsiteX17" fmla="*/ 447256 w 7187261"/>
              <a:gd name="connsiteY17" fmla="*/ 4210717 h 5150263"/>
              <a:gd name="connsiteX18" fmla="*/ 1138962 w 7187261"/>
              <a:gd name="connsiteY18" fmla="*/ 4988910 h 5150263"/>
              <a:gd name="connsiteX19" fmla="*/ 1348512 w 7187261"/>
              <a:gd name="connsiteY19" fmla="*/ 5146834 h 5150263"/>
              <a:gd name="connsiteX20" fmla="*/ 1422712 w 7187261"/>
              <a:gd name="connsiteY20" fmla="*/ 5146834 h 5150263"/>
              <a:gd name="connsiteX21" fmla="*/ 480594 w 7187261"/>
              <a:gd name="connsiteY21" fmla="*/ 4187952 h 5150263"/>
              <a:gd name="connsiteX22" fmla="*/ 398679 w 7187261"/>
              <a:gd name="connsiteY22" fmla="*/ 4046125 h 5150263"/>
              <a:gd name="connsiteX23" fmla="*/ 411823 w 7187261"/>
              <a:gd name="connsiteY23" fmla="*/ 4053078 h 5150263"/>
              <a:gd name="connsiteX24" fmla="*/ 1439380 w 7187261"/>
              <a:gd name="connsiteY24" fmla="*/ 5147405 h 5150263"/>
              <a:gd name="connsiteX25" fmla="*/ 5710010 w 7187261"/>
              <a:gd name="connsiteY25" fmla="*/ 5150263 h 5150263"/>
              <a:gd name="connsiteX26" fmla="*/ 5999665 w 7187261"/>
              <a:gd name="connsiteY26" fmla="*/ 4910900 h 5150263"/>
              <a:gd name="connsiteX27" fmla="*/ 6954165 w 7187261"/>
              <a:gd name="connsiteY27" fmla="*/ 3545777 h 5150263"/>
              <a:gd name="connsiteX28" fmla="*/ 7137712 w 7187261"/>
              <a:gd name="connsiteY28" fmla="*/ 2799207 h 5150263"/>
              <a:gd name="connsiteX29" fmla="*/ 7142951 w 7187261"/>
              <a:gd name="connsiteY29" fmla="*/ 2754535 h 5150263"/>
              <a:gd name="connsiteX30" fmla="*/ 7149428 w 7187261"/>
              <a:gd name="connsiteY30" fmla="*/ 2774823 h 5150263"/>
              <a:gd name="connsiteX31" fmla="*/ 7066465 w 7187261"/>
              <a:gd name="connsiteY31" fmla="*/ 3465672 h 5150263"/>
              <a:gd name="connsiteX32" fmla="*/ 6452578 w 7187261"/>
              <a:gd name="connsiteY32" fmla="*/ 4552760 h 5150263"/>
              <a:gd name="connsiteX33" fmla="*/ 5752110 w 7187261"/>
              <a:gd name="connsiteY33" fmla="*/ 5150263 h 5150263"/>
              <a:gd name="connsiteX34" fmla="*/ 5827643 w 7187261"/>
              <a:gd name="connsiteY34" fmla="*/ 5150263 h 5150263"/>
              <a:gd name="connsiteX35" fmla="*/ 6642793 w 7187261"/>
              <a:gd name="connsiteY35" fmla="*/ 4389406 h 5150263"/>
              <a:gd name="connsiteX36" fmla="*/ 7102469 w 7187261"/>
              <a:gd name="connsiteY36" fmla="*/ 3490817 h 5150263"/>
              <a:gd name="connsiteX37" fmla="*/ 7187242 w 7187261"/>
              <a:gd name="connsiteY37" fmla="*/ 2990183 h 5150263"/>
              <a:gd name="connsiteX38" fmla="*/ 7178288 w 7187261"/>
              <a:gd name="connsiteY38" fmla="*/ 2604802 h 5150263"/>
              <a:gd name="connsiteX39" fmla="*/ 6342565 w 7187261"/>
              <a:gd name="connsiteY39" fmla="*/ 441389 h 5150263"/>
              <a:gd name="connsiteX40" fmla="*/ 7126567 w 7187261"/>
              <a:gd name="connsiteY40" fmla="*/ 2355056 h 5150263"/>
              <a:gd name="connsiteX41" fmla="*/ 6342565 w 7187261"/>
              <a:gd name="connsiteY41" fmla="*/ 441389 h 51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187261" h="5150263">
                <a:moveTo>
                  <a:pt x="7178288" y="2604802"/>
                </a:moveTo>
                <a:cubicBezTo>
                  <a:pt x="7168763" y="2513076"/>
                  <a:pt x="7174478" y="2420684"/>
                  <a:pt x="7169335" y="2328577"/>
                </a:cubicBezTo>
                <a:cubicBezTo>
                  <a:pt x="7156952" y="2102882"/>
                  <a:pt x="7120586" y="1879149"/>
                  <a:pt x="7060845" y="1661160"/>
                </a:cubicBezTo>
                <a:cubicBezTo>
                  <a:pt x="6910588" y="1121007"/>
                  <a:pt x="6617428" y="631374"/>
                  <a:pt x="6212263" y="243840"/>
                </a:cubicBezTo>
                <a:cubicBezTo>
                  <a:pt x="6126538" y="162496"/>
                  <a:pt x="6040813" y="80201"/>
                  <a:pt x="5953564" y="0"/>
                </a:cubicBezTo>
                <a:lnTo>
                  <a:pt x="1408615" y="0"/>
                </a:lnTo>
                <a:cubicBezTo>
                  <a:pt x="1180967" y="200316"/>
                  <a:pt x="978332" y="427387"/>
                  <a:pt x="805111" y="676275"/>
                </a:cubicBezTo>
                <a:cubicBezTo>
                  <a:pt x="481261" y="1136523"/>
                  <a:pt x="252089" y="1640872"/>
                  <a:pt x="104928" y="2183035"/>
                </a:cubicBezTo>
                <a:cubicBezTo>
                  <a:pt x="85878" y="2254853"/>
                  <a:pt x="69495" y="2327720"/>
                  <a:pt x="51588" y="2400014"/>
                </a:cubicBezTo>
                <a:cubicBezTo>
                  <a:pt x="49683" y="2407634"/>
                  <a:pt x="51588" y="2416969"/>
                  <a:pt x="41301" y="2424208"/>
                </a:cubicBezTo>
                <a:cubicBezTo>
                  <a:pt x="45900" y="2225469"/>
                  <a:pt x="72186" y="2027834"/>
                  <a:pt x="119692" y="1834801"/>
                </a:cubicBezTo>
                <a:cubicBezTo>
                  <a:pt x="247993" y="1310926"/>
                  <a:pt x="506121" y="857726"/>
                  <a:pt x="870071" y="462248"/>
                </a:cubicBezTo>
                <a:cubicBezTo>
                  <a:pt x="1027729" y="291823"/>
                  <a:pt x="1201617" y="137169"/>
                  <a:pt x="1389279" y="476"/>
                </a:cubicBezTo>
                <a:lnTo>
                  <a:pt x="1320223" y="476"/>
                </a:lnTo>
                <a:cubicBezTo>
                  <a:pt x="960844" y="274320"/>
                  <a:pt x="656330" y="599123"/>
                  <a:pt x="423158" y="989743"/>
                </a:cubicBezTo>
                <a:cubicBezTo>
                  <a:pt x="215608" y="1337596"/>
                  <a:pt x="80258" y="1711357"/>
                  <a:pt x="25585" y="2113693"/>
                </a:cubicBezTo>
                <a:cubicBezTo>
                  <a:pt x="-2705" y="2316480"/>
                  <a:pt x="-2228" y="2521077"/>
                  <a:pt x="2344" y="2725865"/>
                </a:cubicBezTo>
                <a:cubicBezTo>
                  <a:pt x="14155" y="3261932"/>
                  <a:pt x="170650" y="3754565"/>
                  <a:pt x="447256" y="4210717"/>
                </a:cubicBezTo>
                <a:cubicBezTo>
                  <a:pt x="629851" y="4511612"/>
                  <a:pt x="866356" y="4767167"/>
                  <a:pt x="1138962" y="4988910"/>
                </a:cubicBezTo>
                <a:cubicBezTo>
                  <a:pt x="1207161" y="5044345"/>
                  <a:pt x="1277008" y="5096990"/>
                  <a:pt x="1348512" y="5146834"/>
                </a:cubicBezTo>
                <a:lnTo>
                  <a:pt x="1422712" y="5146834"/>
                </a:lnTo>
                <a:cubicBezTo>
                  <a:pt x="1043426" y="4892802"/>
                  <a:pt x="724720" y="4577334"/>
                  <a:pt x="480594" y="4187952"/>
                </a:cubicBezTo>
                <a:cubicBezTo>
                  <a:pt x="452019" y="4141851"/>
                  <a:pt x="423444" y="4095179"/>
                  <a:pt x="398679" y="4046125"/>
                </a:cubicBezTo>
                <a:cubicBezTo>
                  <a:pt x="407442" y="4043267"/>
                  <a:pt x="409156" y="4048982"/>
                  <a:pt x="411823" y="4053078"/>
                </a:cubicBezTo>
                <a:cubicBezTo>
                  <a:pt x="683572" y="4484656"/>
                  <a:pt x="1033139" y="4842701"/>
                  <a:pt x="1439380" y="5147405"/>
                </a:cubicBezTo>
                <a:lnTo>
                  <a:pt x="5710010" y="5150263"/>
                </a:lnTo>
                <a:cubicBezTo>
                  <a:pt x="5810594" y="5075482"/>
                  <a:pt x="5907272" y="4995587"/>
                  <a:pt x="5999665" y="4910900"/>
                </a:cubicBezTo>
                <a:cubicBezTo>
                  <a:pt x="6418765" y="4526661"/>
                  <a:pt x="6746901" y="4078129"/>
                  <a:pt x="6954165" y="3545777"/>
                </a:cubicBezTo>
                <a:cubicBezTo>
                  <a:pt x="7048234" y="3306175"/>
                  <a:pt x="7109956" y="3055115"/>
                  <a:pt x="7137712" y="2799207"/>
                </a:cubicBezTo>
                <a:cubicBezTo>
                  <a:pt x="7139236" y="2784920"/>
                  <a:pt x="7141046" y="2770632"/>
                  <a:pt x="7142951" y="2754535"/>
                </a:cubicBezTo>
                <a:cubicBezTo>
                  <a:pt x="7151714" y="2760440"/>
                  <a:pt x="7149237" y="2768441"/>
                  <a:pt x="7149428" y="2774823"/>
                </a:cubicBezTo>
                <a:cubicBezTo>
                  <a:pt x="7156743" y="3007967"/>
                  <a:pt x="7128777" y="3240881"/>
                  <a:pt x="7066465" y="3465672"/>
                </a:cubicBezTo>
                <a:cubicBezTo>
                  <a:pt x="6952165" y="3878580"/>
                  <a:pt x="6737948" y="4235863"/>
                  <a:pt x="6452578" y="4552760"/>
                </a:cubicBezTo>
                <a:cubicBezTo>
                  <a:pt x="6244553" y="4783836"/>
                  <a:pt x="6008809" y="4980242"/>
                  <a:pt x="5752110" y="5150263"/>
                </a:cubicBezTo>
                <a:lnTo>
                  <a:pt x="5827643" y="5150263"/>
                </a:lnTo>
                <a:cubicBezTo>
                  <a:pt x="6136539" y="4938904"/>
                  <a:pt x="6412192" y="4689348"/>
                  <a:pt x="6642793" y="4389406"/>
                </a:cubicBezTo>
                <a:cubicBezTo>
                  <a:pt x="6851295" y="4118324"/>
                  <a:pt x="7009125" y="3820859"/>
                  <a:pt x="7102469" y="3490817"/>
                </a:cubicBezTo>
                <a:cubicBezTo>
                  <a:pt x="7148646" y="3327473"/>
                  <a:pt x="7177069" y="3159624"/>
                  <a:pt x="7187242" y="2990183"/>
                </a:cubicBezTo>
                <a:cubicBezTo>
                  <a:pt x="7187623" y="2984087"/>
                  <a:pt x="7182384" y="2642330"/>
                  <a:pt x="7178288" y="2604802"/>
                </a:cubicBezTo>
                <a:close/>
                <a:moveTo>
                  <a:pt x="6342565" y="441389"/>
                </a:moveTo>
                <a:cubicBezTo>
                  <a:pt x="6829797" y="986533"/>
                  <a:pt x="7091135" y="1624422"/>
                  <a:pt x="7126567" y="2355056"/>
                </a:cubicBezTo>
                <a:cubicBezTo>
                  <a:pt x="7001123" y="1661827"/>
                  <a:pt x="6756426" y="1017365"/>
                  <a:pt x="6342565" y="441389"/>
                </a:cubicBezTo>
                <a:close/>
              </a:path>
            </a:pathLst>
          </a:custGeom>
          <a:solidFill>
            <a:schemeClr val="accent2"/>
          </a:solidFill>
          <a:ln w="9525" cap="flat">
            <a:noFill/>
            <a:prstDash val="solid"/>
            <a:miter/>
          </a:ln>
        </p:spPr>
        <p:txBody>
          <a:bodyPr rtlCol="0" anchor="ctr"/>
          <a:lstStyle/>
          <a:p>
            <a:endParaRPr lang="en-US"/>
          </a:p>
        </p:txBody>
      </p:sp>
      <p:sp>
        <p:nvSpPr>
          <p:cNvPr id="2" name="タイトル 1">
            <a:extLst>
              <a:ext uri="{FF2B5EF4-FFF2-40B4-BE49-F238E27FC236}">
                <a16:creationId xmlns:a16="http://schemas.microsoft.com/office/drawing/2014/main" id="{4CD7FB0E-6895-8178-4C4C-6F71A12DC5C1}"/>
              </a:ext>
            </a:extLst>
          </p:cNvPr>
          <p:cNvSpPr>
            <a:spLocks noGrp="1"/>
          </p:cNvSpPr>
          <p:nvPr>
            <p:ph type="ctrTitle"/>
          </p:nvPr>
        </p:nvSpPr>
        <p:spPr>
          <a:xfrm>
            <a:off x="2558716" y="955309"/>
            <a:ext cx="7074568" cy="2898975"/>
          </a:xfrm>
        </p:spPr>
        <p:txBody>
          <a:bodyPr vert="horz" lIns="91440" tIns="45720" rIns="91440" bIns="45720" rtlCol="0" anchor="b">
            <a:normAutofit/>
          </a:bodyPr>
          <a:lstStyle/>
          <a:p>
            <a:r>
              <a:rPr lang="ja-JP" altLang="en-US" sz="9600" b="1" kern="1200">
                <a:solidFill>
                  <a:srgbClr val="FFFFFF"/>
                </a:solidFill>
                <a:latin typeface="+mj-lt"/>
                <a:ea typeface="游ゴシック Light"/>
                <a:cs typeface="+mj-cs"/>
              </a:rPr>
              <a:t>中間発表</a:t>
            </a:r>
            <a:endParaRPr lang="en-US" altLang="ja-JP" sz="9600" kern="1200">
              <a:solidFill>
                <a:srgbClr val="FFFFFF"/>
              </a:solidFill>
              <a:latin typeface="+mj-lt"/>
              <a:ea typeface="游ゴシック Light"/>
              <a:cs typeface="+mj-cs"/>
            </a:endParaRPr>
          </a:p>
        </p:txBody>
      </p:sp>
      <p:sp>
        <p:nvSpPr>
          <p:cNvPr id="4" name="テキスト ボックス 3">
            <a:extLst>
              <a:ext uri="{FF2B5EF4-FFF2-40B4-BE49-F238E27FC236}">
                <a16:creationId xmlns:a16="http://schemas.microsoft.com/office/drawing/2014/main" id="{F3E3B10C-647B-870C-19BE-D729645FBCEB}"/>
              </a:ext>
            </a:extLst>
          </p:cNvPr>
          <p:cNvSpPr txBox="1"/>
          <p:nvPr/>
        </p:nvSpPr>
        <p:spPr>
          <a:xfrm>
            <a:off x="2634916" y="4533813"/>
            <a:ext cx="6930189" cy="938463"/>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gn="ctr">
              <a:lnSpc>
                <a:spcPct val="90000"/>
              </a:lnSpc>
              <a:spcBef>
                <a:spcPts val="1000"/>
              </a:spcBef>
            </a:pPr>
            <a:r>
              <a:rPr lang="en-US" altLang="ja-JP" sz="3600" kern="1200">
                <a:solidFill>
                  <a:srgbClr val="FFFFFF"/>
                </a:solidFill>
                <a:latin typeface="+mn-lt"/>
                <a:ea typeface="游ゴシック"/>
                <a:cs typeface="+mn-cs"/>
              </a:rPr>
              <a:t>Group 3</a:t>
            </a:r>
          </a:p>
        </p:txBody>
      </p:sp>
      <p:sp>
        <p:nvSpPr>
          <p:cNvPr id="59" name="sketch line">
            <a:extLst>
              <a:ext uri="{FF2B5EF4-FFF2-40B4-BE49-F238E27FC236}">
                <a16:creationId xmlns:a16="http://schemas.microsoft.com/office/drawing/2014/main" id="{41F77738-2AF0-4750-A0C7-F97C2C1759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173498"/>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7240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CDD886B-54B7-6981-E003-8566FFF4F66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altLang="ja-JP" sz="6600" b="1" kern="1200">
                <a:latin typeface="+mj-lt"/>
                <a:ea typeface="游ゴシック Light"/>
                <a:cs typeface="+mj-cs"/>
              </a:rPr>
              <a:t>1</a:t>
            </a:r>
            <a:r>
              <a:rPr lang="ja-JP" altLang="en-US" sz="6600" b="1" kern="1200">
                <a:latin typeface="+mj-lt"/>
                <a:ea typeface="游ゴシック Light"/>
                <a:cs typeface="+mj-cs"/>
              </a:rPr>
              <a:t>．要求仕様</a:t>
            </a:r>
            <a:endParaRPr kumimoji="1" lang="en-US" altLang="ja-JP" sz="6600" b="1" kern="1200">
              <a:latin typeface="+mj-lt"/>
              <a:ea typeface="游ゴシック Light"/>
              <a:cs typeface="+mj-cs"/>
            </a:endParaRP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74053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5F4A5-64CF-990A-1E2A-F86ED0AB327D}"/>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913DB3B8-E685-1FDB-E5C7-B34010B6F0A7}"/>
              </a:ext>
            </a:extLst>
          </p:cNvPr>
          <p:cNvSpPr/>
          <p:nvPr/>
        </p:nvSpPr>
        <p:spPr>
          <a:xfrm>
            <a:off x="407029" y="384741"/>
            <a:ext cx="4954985" cy="951725"/>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 name="タイトル 1">
            <a:extLst>
              <a:ext uri="{FF2B5EF4-FFF2-40B4-BE49-F238E27FC236}">
                <a16:creationId xmlns:a16="http://schemas.microsoft.com/office/drawing/2014/main" id="{48C2D524-5359-31B2-C58C-0BF9D40FF2DE}"/>
              </a:ext>
            </a:extLst>
          </p:cNvPr>
          <p:cNvSpPr>
            <a:spLocks noGrp="1"/>
          </p:cNvSpPr>
          <p:nvPr>
            <p:ph type="title"/>
          </p:nvPr>
        </p:nvSpPr>
        <p:spPr>
          <a:xfrm>
            <a:off x="838200" y="384917"/>
            <a:ext cx="4102925" cy="939615"/>
          </a:xfrm>
        </p:spPr>
        <p:txBody>
          <a:bodyPr/>
          <a:lstStyle/>
          <a:p>
            <a:r>
              <a:rPr lang="ja-JP" altLang="en-US" b="1">
                <a:ea typeface="游ゴシック Light"/>
              </a:rPr>
              <a:t>システムの概要</a:t>
            </a:r>
          </a:p>
        </p:txBody>
      </p:sp>
      <p:sp>
        <p:nvSpPr>
          <p:cNvPr id="3" name="コンテンツ プレースホルダー 2">
            <a:extLst>
              <a:ext uri="{FF2B5EF4-FFF2-40B4-BE49-F238E27FC236}">
                <a16:creationId xmlns:a16="http://schemas.microsoft.com/office/drawing/2014/main" id="{0B2600FC-DF05-7C2E-8177-CD67E0B37E87}"/>
              </a:ext>
            </a:extLst>
          </p:cNvPr>
          <p:cNvSpPr>
            <a:spLocks noGrp="1"/>
          </p:cNvSpPr>
          <p:nvPr>
            <p:ph idx="1"/>
          </p:nvPr>
        </p:nvSpPr>
        <p:spPr>
          <a:xfrm>
            <a:off x="838200" y="1825625"/>
            <a:ext cx="11218223" cy="4885727"/>
          </a:xfrm>
        </p:spPr>
        <p:txBody>
          <a:bodyPr vert="horz" lIns="91440" tIns="45720" rIns="91440" bIns="45720" rtlCol="0" anchor="t">
            <a:normAutofit/>
          </a:bodyPr>
          <a:lstStyle/>
          <a:p>
            <a:pPr>
              <a:buFont typeface="Arial,Sans-Serif"/>
              <a:buChar char="•"/>
            </a:pPr>
            <a:r>
              <a:rPr lang="ja-JP" altLang="en-US" sz="3200">
                <a:ea typeface="游ゴシック"/>
              </a:rPr>
              <a:t>人の出入りを検知してカメラで写真を撮る</a:t>
            </a:r>
            <a:endParaRPr lang="en-US" altLang="ja-JP" sz="3200">
              <a:ea typeface="游ゴシック"/>
            </a:endParaRPr>
          </a:p>
          <a:p>
            <a:pPr>
              <a:buFont typeface="Arial,Sans-Serif"/>
              <a:buChar char="•"/>
            </a:pPr>
            <a:endParaRPr lang="ja-JP" sz="3200">
              <a:ea typeface="游ゴシック"/>
            </a:endParaRPr>
          </a:p>
          <a:p>
            <a:pPr>
              <a:buFont typeface="Arial,Sans-Serif"/>
              <a:buChar char="•"/>
            </a:pPr>
            <a:r>
              <a:rPr lang="ja-JP" sz="3200">
                <a:ea typeface="游ゴシック"/>
              </a:rPr>
              <a:t>ユーザは撮った写真を</a:t>
            </a:r>
            <a:r>
              <a:rPr lang="ja-JP" altLang="en-US" sz="3200">
                <a:ea typeface="游ゴシック"/>
              </a:rPr>
              <a:t>メールで確認できる</a:t>
            </a:r>
          </a:p>
          <a:p>
            <a:pPr>
              <a:buFont typeface="Arial,Sans-Serif"/>
              <a:buChar char="•"/>
            </a:pPr>
            <a:endParaRPr lang="ja-JP" sz="3200">
              <a:ea typeface="游ゴシック"/>
            </a:endParaRPr>
          </a:p>
          <a:p>
            <a:pPr>
              <a:buFont typeface="Arial,Sans-Serif"/>
              <a:buChar char="•"/>
            </a:pPr>
            <a:r>
              <a:rPr lang="ja-JP" altLang="en-US" sz="3200">
                <a:ea typeface="游ゴシック"/>
              </a:rPr>
              <a:t>出入りを検知して照明のON/OFFを行う</a:t>
            </a:r>
          </a:p>
          <a:p>
            <a:pPr>
              <a:buFont typeface="Arial,Sans-Serif"/>
              <a:buChar char="•"/>
            </a:pPr>
            <a:endParaRPr lang="ja-JP" altLang="en-US" sz="3200">
              <a:ea typeface="游ゴシック"/>
            </a:endParaRPr>
          </a:p>
          <a:p>
            <a:pPr>
              <a:buFont typeface="Arial,Sans-Serif"/>
              <a:buChar char="•"/>
            </a:pPr>
            <a:r>
              <a:rPr lang="ja-JP" sz="3200">
                <a:ea typeface="游ゴシック"/>
              </a:rPr>
              <a:t>ユーザユーザが決定した部屋の</a:t>
            </a:r>
            <a:r>
              <a:rPr lang="ja-JP" altLang="en-US" sz="3200">
                <a:ea typeface="游ゴシック"/>
              </a:rPr>
              <a:t>明るさに自動で調整する</a:t>
            </a:r>
          </a:p>
        </p:txBody>
      </p:sp>
    </p:spTree>
    <p:extLst>
      <p:ext uri="{BB962C8B-B14F-4D97-AF65-F5344CB8AC3E}">
        <p14:creationId xmlns:p14="http://schemas.microsoft.com/office/powerpoint/2010/main" val="13392262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7E0E0-8DE3-6687-1903-DFDF40107454}"/>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5E0C55CB-D0FC-9894-46C0-E9FC8E353DE1}"/>
              </a:ext>
            </a:extLst>
          </p:cNvPr>
          <p:cNvSpPr/>
          <p:nvPr/>
        </p:nvSpPr>
        <p:spPr>
          <a:xfrm>
            <a:off x="407029" y="384741"/>
            <a:ext cx="3262752" cy="951725"/>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 name="タイトル 1">
            <a:extLst>
              <a:ext uri="{FF2B5EF4-FFF2-40B4-BE49-F238E27FC236}">
                <a16:creationId xmlns:a16="http://schemas.microsoft.com/office/drawing/2014/main" id="{32DDFC78-9F43-4B26-D32D-1557A10C131E}"/>
              </a:ext>
            </a:extLst>
          </p:cNvPr>
          <p:cNvSpPr>
            <a:spLocks noGrp="1"/>
          </p:cNvSpPr>
          <p:nvPr>
            <p:ph type="title"/>
          </p:nvPr>
        </p:nvSpPr>
        <p:spPr>
          <a:xfrm>
            <a:off x="838200" y="384917"/>
            <a:ext cx="2420588" cy="949511"/>
          </a:xfrm>
        </p:spPr>
        <p:txBody>
          <a:bodyPr/>
          <a:lstStyle/>
          <a:p>
            <a:r>
              <a:rPr lang="ja-JP" altLang="en-US" b="1">
                <a:ea typeface="游ゴシック Light"/>
              </a:rPr>
              <a:t>要求仕様</a:t>
            </a:r>
          </a:p>
        </p:txBody>
      </p:sp>
      <p:sp>
        <p:nvSpPr>
          <p:cNvPr id="3" name="コンテンツ プレースホルダー 2">
            <a:extLst>
              <a:ext uri="{FF2B5EF4-FFF2-40B4-BE49-F238E27FC236}">
                <a16:creationId xmlns:a16="http://schemas.microsoft.com/office/drawing/2014/main" id="{96180ABA-1D34-887A-09A7-FF28DCF57245}"/>
              </a:ext>
            </a:extLst>
          </p:cNvPr>
          <p:cNvSpPr>
            <a:spLocks noGrp="1"/>
          </p:cNvSpPr>
          <p:nvPr>
            <p:ph idx="1"/>
          </p:nvPr>
        </p:nvSpPr>
        <p:spPr>
          <a:xfrm>
            <a:off x="838200" y="1825625"/>
            <a:ext cx="11218223" cy="4885727"/>
          </a:xfrm>
        </p:spPr>
        <p:txBody>
          <a:bodyPr vert="horz" lIns="91440" tIns="45720" rIns="91440" bIns="45720" rtlCol="0" anchor="t">
            <a:normAutofit/>
          </a:bodyPr>
          <a:lstStyle/>
          <a:p>
            <a:pPr>
              <a:buFont typeface="Arial,Sans-Serif"/>
              <a:buChar char="•"/>
            </a:pPr>
            <a:r>
              <a:rPr lang="ja-JP" sz="3200">
                <a:ea typeface="游ゴシック"/>
              </a:rPr>
              <a:t>帰宅したときにカメラが動きを検知して写真を撮ること</a:t>
            </a:r>
            <a:endParaRPr lang="en-US" altLang="ja-JP" sz="3200">
              <a:ea typeface="游ゴシック"/>
            </a:endParaRPr>
          </a:p>
          <a:p>
            <a:pPr>
              <a:buFont typeface="Arial,Sans-Serif"/>
              <a:buChar char="•"/>
            </a:pPr>
            <a:endParaRPr lang="ja-JP" sz="3200">
              <a:ea typeface="游ゴシック"/>
            </a:endParaRPr>
          </a:p>
          <a:p>
            <a:pPr>
              <a:buFont typeface="Arial,Sans-Serif"/>
              <a:buChar char="•"/>
            </a:pPr>
            <a:r>
              <a:rPr lang="ja-JP" sz="3200">
                <a:ea typeface="游ゴシック"/>
              </a:rPr>
              <a:t>ユーザが撮った写真をメールで確認できること</a:t>
            </a:r>
            <a:endParaRPr lang="en-US" altLang="ja-JP" sz="3200">
              <a:ea typeface="游ゴシック"/>
            </a:endParaRPr>
          </a:p>
          <a:p>
            <a:pPr>
              <a:buFont typeface="Arial,Sans-Serif"/>
              <a:buChar char="•"/>
            </a:pPr>
            <a:endParaRPr lang="ja-JP" sz="3200">
              <a:ea typeface="游ゴシック"/>
            </a:endParaRPr>
          </a:p>
          <a:p>
            <a:pPr>
              <a:buFont typeface="Arial,Sans-Serif"/>
              <a:buChar char="•"/>
            </a:pPr>
            <a:r>
              <a:rPr lang="ja-JP" sz="3200">
                <a:ea typeface="游ゴシック"/>
              </a:rPr>
              <a:t>帰宅した後3秒後にリビングの照明がつくこと</a:t>
            </a:r>
            <a:endParaRPr lang="en-US" altLang="ja-JP" sz="3200">
              <a:ea typeface="游ゴシック"/>
            </a:endParaRPr>
          </a:p>
          <a:p>
            <a:pPr>
              <a:buFont typeface="Arial,Sans-Serif"/>
              <a:buChar char="•"/>
            </a:pPr>
            <a:endParaRPr lang="ja-JP" sz="3200">
              <a:ea typeface="游ゴシック"/>
            </a:endParaRPr>
          </a:p>
          <a:p>
            <a:pPr>
              <a:buFont typeface="Arial,Sans-Serif"/>
              <a:buChar char="•"/>
            </a:pPr>
            <a:r>
              <a:rPr lang="ja-JP" sz="3200">
                <a:ea typeface="游ゴシック"/>
              </a:rPr>
              <a:t>ユーザが快適な明るさを設定でき、快適な明るさの値と5違えば設定された明るさに調整されること</a:t>
            </a:r>
            <a:endParaRPr lang="ja-JP"/>
          </a:p>
        </p:txBody>
      </p:sp>
    </p:spTree>
    <p:extLst>
      <p:ext uri="{BB962C8B-B14F-4D97-AF65-F5344CB8AC3E}">
        <p14:creationId xmlns:p14="http://schemas.microsoft.com/office/powerpoint/2010/main" val="21299693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A3CD0-29BF-18E9-DBD0-1D79EC216DF1}"/>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6B578934-0849-BC0C-232D-11A57C9A5174}"/>
              </a:ext>
            </a:extLst>
          </p:cNvPr>
          <p:cNvSpPr/>
          <p:nvPr/>
        </p:nvSpPr>
        <p:spPr>
          <a:xfrm>
            <a:off x="407029" y="384741"/>
            <a:ext cx="4954985" cy="941829"/>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 name="タイトル 1">
            <a:extLst>
              <a:ext uri="{FF2B5EF4-FFF2-40B4-BE49-F238E27FC236}">
                <a16:creationId xmlns:a16="http://schemas.microsoft.com/office/drawing/2014/main" id="{0B3E87B4-4A16-1178-921D-2F296F1D4B01}"/>
              </a:ext>
            </a:extLst>
          </p:cNvPr>
          <p:cNvSpPr>
            <a:spLocks noGrp="1"/>
          </p:cNvSpPr>
          <p:nvPr>
            <p:ph type="title"/>
          </p:nvPr>
        </p:nvSpPr>
        <p:spPr>
          <a:xfrm>
            <a:off x="838200" y="384917"/>
            <a:ext cx="4102925" cy="939615"/>
          </a:xfrm>
        </p:spPr>
        <p:txBody>
          <a:bodyPr/>
          <a:lstStyle/>
          <a:p>
            <a:r>
              <a:rPr lang="ja-JP" altLang="en-US" b="1">
                <a:ea typeface="游ゴシック Light"/>
              </a:rPr>
              <a:t>想定する利用者</a:t>
            </a:r>
          </a:p>
        </p:txBody>
      </p:sp>
      <p:sp>
        <p:nvSpPr>
          <p:cNvPr id="3" name="コンテンツ プレースホルダー 2">
            <a:extLst>
              <a:ext uri="{FF2B5EF4-FFF2-40B4-BE49-F238E27FC236}">
                <a16:creationId xmlns:a16="http://schemas.microsoft.com/office/drawing/2014/main" id="{24A58BC1-E552-7C7D-91A2-2BBD77FFA772}"/>
              </a:ext>
            </a:extLst>
          </p:cNvPr>
          <p:cNvSpPr>
            <a:spLocks noGrp="1"/>
          </p:cNvSpPr>
          <p:nvPr>
            <p:ph idx="1"/>
          </p:nvPr>
        </p:nvSpPr>
        <p:spPr>
          <a:xfrm>
            <a:off x="838200" y="1825625"/>
            <a:ext cx="11218223" cy="4885727"/>
          </a:xfrm>
        </p:spPr>
        <p:txBody>
          <a:bodyPr vert="horz" lIns="91440" tIns="45720" rIns="91440" bIns="45720" rtlCol="0" anchor="t">
            <a:normAutofit/>
          </a:bodyPr>
          <a:lstStyle/>
          <a:p>
            <a:pPr>
              <a:buFont typeface="Arial,Sans-Serif"/>
              <a:buChar char="•"/>
            </a:pPr>
            <a:r>
              <a:rPr lang="ja-JP" altLang="en-US" sz="3200">
                <a:ea typeface="游ゴシック"/>
              </a:rPr>
              <a:t>防犯に不安がある人</a:t>
            </a:r>
            <a:endParaRPr lang="en-US" altLang="ja-JP" sz="3200">
              <a:ea typeface="游ゴシック"/>
            </a:endParaRPr>
          </a:p>
          <a:p>
            <a:pPr>
              <a:buFont typeface="Arial,Sans-Serif"/>
              <a:buChar char="•"/>
            </a:pPr>
            <a:endParaRPr lang="ja-JP" altLang="en-US" sz="3200">
              <a:ea typeface="游ゴシック"/>
            </a:endParaRPr>
          </a:p>
          <a:p>
            <a:pPr>
              <a:buFont typeface="Arial,Sans-Serif"/>
              <a:buChar char="•"/>
            </a:pPr>
            <a:r>
              <a:rPr lang="ja-JP" altLang="en-US" sz="3200">
                <a:ea typeface="游ゴシック"/>
              </a:rPr>
              <a:t>照明のリモコンをなくしやすい人</a:t>
            </a:r>
            <a:endParaRPr lang="ja-JP" altLang="en-US"/>
          </a:p>
          <a:p>
            <a:pPr>
              <a:buFont typeface="Arial,Sans-Serif"/>
              <a:buChar char="•"/>
            </a:pPr>
            <a:endParaRPr lang="ja-JP" altLang="en-US" sz="3200">
              <a:ea typeface="游ゴシック"/>
            </a:endParaRPr>
          </a:p>
          <a:p>
            <a:pPr>
              <a:buFont typeface="Arial,Sans-Serif"/>
              <a:buChar char="•"/>
            </a:pPr>
            <a:r>
              <a:rPr lang="ja-JP" altLang="en-US" sz="3200">
                <a:ea typeface="游ゴシック"/>
              </a:rPr>
              <a:t>常に快適な明るさで生活をしたい人</a:t>
            </a:r>
          </a:p>
          <a:p>
            <a:pPr>
              <a:buFont typeface="Arial,Sans-Serif"/>
              <a:buChar char="•"/>
            </a:pPr>
            <a:endParaRPr lang="ja-JP" altLang="en-US" sz="3200">
              <a:ea typeface="游ゴシック"/>
            </a:endParaRPr>
          </a:p>
          <a:p>
            <a:pPr>
              <a:buFont typeface="Arial,Sans-Serif"/>
              <a:buChar char="•"/>
            </a:pPr>
            <a:r>
              <a:rPr lang="ja-JP" altLang="en-US" sz="3200">
                <a:ea typeface="游ゴシック"/>
              </a:rPr>
              <a:t>家族の帰宅と外出を確認したい人</a:t>
            </a:r>
          </a:p>
        </p:txBody>
      </p:sp>
    </p:spTree>
    <p:extLst>
      <p:ext uri="{BB962C8B-B14F-4D97-AF65-F5344CB8AC3E}">
        <p14:creationId xmlns:p14="http://schemas.microsoft.com/office/powerpoint/2010/main" val="869020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71EC1C1-3B76-164B-5897-EEECE1B186E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ja-JP" altLang="en-US" sz="6600" b="1" kern="1200">
                <a:latin typeface="+mj-lt"/>
                <a:ea typeface="游ゴシック Light"/>
                <a:cs typeface="+mj-cs"/>
              </a:rPr>
              <a:t>２．設計</a:t>
            </a:r>
            <a:endParaRPr kumimoji="1" lang="en-US" altLang="ja-JP" sz="6600" b="1" kern="1200">
              <a:latin typeface="+mj-lt"/>
              <a:ea typeface="游ゴシック Light"/>
              <a:cs typeface="+mj-cs"/>
            </a:endParaRP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35988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43FD56-878E-FCCD-439B-6789B1A2FAC4}"/>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F8ED3563-460A-B947-BE5F-CD4F730D591E}"/>
              </a:ext>
            </a:extLst>
          </p:cNvPr>
          <p:cNvSpPr/>
          <p:nvPr/>
        </p:nvSpPr>
        <p:spPr>
          <a:xfrm>
            <a:off x="407029" y="384741"/>
            <a:ext cx="6033660" cy="941829"/>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 name="タイトル 1">
            <a:extLst>
              <a:ext uri="{FF2B5EF4-FFF2-40B4-BE49-F238E27FC236}">
                <a16:creationId xmlns:a16="http://schemas.microsoft.com/office/drawing/2014/main" id="{1158E911-3A17-E52E-520F-78A37387609C}"/>
              </a:ext>
            </a:extLst>
          </p:cNvPr>
          <p:cNvSpPr>
            <a:spLocks noGrp="1"/>
          </p:cNvSpPr>
          <p:nvPr>
            <p:ph type="title"/>
          </p:nvPr>
        </p:nvSpPr>
        <p:spPr>
          <a:xfrm>
            <a:off x="838200" y="384917"/>
            <a:ext cx="5240976" cy="939615"/>
          </a:xfrm>
        </p:spPr>
        <p:txBody>
          <a:bodyPr/>
          <a:lstStyle/>
          <a:p>
            <a:r>
              <a:rPr lang="ja-JP" altLang="en-US" b="1">
                <a:ea typeface="游ゴシック Light"/>
              </a:rPr>
              <a:t>システム処理の流れ</a:t>
            </a:r>
          </a:p>
        </p:txBody>
      </p:sp>
      <p:sp>
        <p:nvSpPr>
          <p:cNvPr id="8" name="正方形/長方形 7">
            <a:extLst>
              <a:ext uri="{FF2B5EF4-FFF2-40B4-BE49-F238E27FC236}">
                <a16:creationId xmlns:a16="http://schemas.microsoft.com/office/drawing/2014/main" id="{41D4EE0A-8ECB-7BA9-1B4D-DE0E2C8BB01E}"/>
              </a:ext>
            </a:extLst>
          </p:cNvPr>
          <p:cNvSpPr/>
          <p:nvPr/>
        </p:nvSpPr>
        <p:spPr>
          <a:xfrm rot="1980000">
            <a:off x="6793066" y="2544618"/>
            <a:ext cx="243952" cy="149068"/>
          </a:xfrm>
          <a:prstGeom prst="rect">
            <a:avLst/>
          </a:prstGeom>
          <a:solidFill>
            <a:srgbClr val="3E3F45"/>
          </a:solidFill>
          <a:ln>
            <a:solidFill>
              <a:srgbClr val="3E3F4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9" name="グループ化 8">
            <a:extLst>
              <a:ext uri="{FF2B5EF4-FFF2-40B4-BE49-F238E27FC236}">
                <a16:creationId xmlns:a16="http://schemas.microsoft.com/office/drawing/2014/main" id="{0CE1D634-F9A5-3571-EAD8-DF9F3A1E6385}"/>
              </a:ext>
            </a:extLst>
          </p:cNvPr>
          <p:cNvGrpSpPr/>
          <p:nvPr/>
        </p:nvGrpSpPr>
        <p:grpSpPr>
          <a:xfrm>
            <a:off x="3065146" y="2357985"/>
            <a:ext cx="8708206" cy="4120670"/>
            <a:chOff x="2924035" y="2188652"/>
            <a:chExt cx="8708206" cy="4120670"/>
          </a:xfrm>
        </p:grpSpPr>
        <p:pic>
          <p:nvPicPr>
            <p:cNvPr id="19" name="図 18" descr="ipod, 電子機器 が含まれている画像&#10;&#10;AI 生成コンテンツは間違っている可能性があります。">
              <a:extLst>
                <a:ext uri="{FF2B5EF4-FFF2-40B4-BE49-F238E27FC236}">
                  <a16:creationId xmlns:a16="http://schemas.microsoft.com/office/drawing/2014/main" id="{30DEF9ED-E596-4641-6674-C1B15BF7D81A}"/>
                </a:ext>
              </a:extLst>
            </p:cNvPr>
            <p:cNvPicPr>
              <a:picLocks noChangeAspect="1"/>
            </p:cNvPicPr>
            <p:nvPr/>
          </p:nvPicPr>
          <p:blipFill>
            <a:blip r:embed="rId2"/>
            <a:stretch>
              <a:fillRect/>
            </a:stretch>
          </p:blipFill>
          <p:spPr>
            <a:xfrm>
              <a:off x="10411428" y="3050939"/>
              <a:ext cx="1220813" cy="1461210"/>
            </a:xfrm>
            <a:prstGeom prst="rect">
              <a:avLst/>
            </a:prstGeom>
            <a:ln>
              <a:solidFill>
                <a:schemeClr val="tx1"/>
              </a:solidFill>
            </a:ln>
          </p:spPr>
        </p:pic>
        <p:pic>
          <p:nvPicPr>
            <p:cNvPr id="20" name="図 19">
              <a:extLst>
                <a:ext uri="{FF2B5EF4-FFF2-40B4-BE49-F238E27FC236}">
                  <a16:creationId xmlns:a16="http://schemas.microsoft.com/office/drawing/2014/main" id="{FFBDA9A6-B0FE-B329-CF07-9B2F3068FB92}"/>
                </a:ext>
              </a:extLst>
            </p:cNvPr>
            <p:cNvPicPr>
              <a:picLocks noChangeAspect="1"/>
            </p:cNvPicPr>
            <p:nvPr/>
          </p:nvPicPr>
          <p:blipFill>
            <a:blip r:embed="rId3"/>
            <a:stretch>
              <a:fillRect/>
            </a:stretch>
          </p:blipFill>
          <p:spPr>
            <a:xfrm>
              <a:off x="5679020" y="2188652"/>
              <a:ext cx="1798022" cy="1952793"/>
            </a:xfrm>
            <a:prstGeom prst="rect">
              <a:avLst/>
            </a:prstGeom>
          </p:spPr>
        </p:pic>
        <p:pic>
          <p:nvPicPr>
            <p:cNvPr id="21" name="図 20">
              <a:extLst>
                <a:ext uri="{FF2B5EF4-FFF2-40B4-BE49-F238E27FC236}">
                  <a16:creationId xmlns:a16="http://schemas.microsoft.com/office/drawing/2014/main" id="{AAF57654-7E5F-F4AC-DF46-3E959EA6DCCB}"/>
                </a:ext>
              </a:extLst>
            </p:cNvPr>
            <p:cNvPicPr>
              <a:picLocks noChangeAspect="1"/>
            </p:cNvPicPr>
            <p:nvPr/>
          </p:nvPicPr>
          <p:blipFill>
            <a:blip r:embed="rId4"/>
            <a:stretch>
              <a:fillRect/>
            </a:stretch>
          </p:blipFill>
          <p:spPr>
            <a:xfrm rot="2100000">
              <a:off x="5918420" y="2424380"/>
              <a:ext cx="1340354" cy="1431053"/>
            </a:xfrm>
            <a:prstGeom prst="rect">
              <a:avLst/>
            </a:prstGeom>
          </p:spPr>
        </p:pic>
        <p:sp>
          <p:nvSpPr>
            <p:cNvPr id="22" name="矢印: 二方向 21">
              <a:extLst>
                <a:ext uri="{FF2B5EF4-FFF2-40B4-BE49-F238E27FC236}">
                  <a16:creationId xmlns:a16="http://schemas.microsoft.com/office/drawing/2014/main" id="{C6876E7C-92E7-F685-9DBB-2D3FC74A0292}"/>
                </a:ext>
              </a:extLst>
            </p:cNvPr>
            <p:cNvSpPr/>
            <p:nvPr/>
          </p:nvSpPr>
          <p:spPr>
            <a:xfrm>
              <a:off x="5467923" y="4325278"/>
              <a:ext cx="1476152" cy="1484360"/>
            </a:xfrm>
            <a:prstGeom prst="leftUpArrow">
              <a:avLst/>
            </a:prstGeom>
            <a:solidFill>
              <a:srgbClr val="ED7D3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3" name="矢印: 右 22">
              <a:extLst>
                <a:ext uri="{FF2B5EF4-FFF2-40B4-BE49-F238E27FC236}">
                  <a16:creationId xmlns:a16="http://schemas.microsoft.com/office/drawing/2014/main" id="{B667F47C-6946-E84C-C32A-C400E7DDDD8D}"/>
                </a:ext>
              </a:extLst>
            </p:cNvPr>
            <p:cNvSpPr/>
            <p:nvPr/>
          </p:nvSpPr>
          <p:spPr>
            <a:xfrm>
              <a:off x="6418121" y="5063989"/>
              <a:ext cx="1271750" cy="747436"/>
            </a:xfrm>
            <a:prstGeom prst="rightArrow">
              <a:avLst/>
            </a:prstGeom>
            <a:solidFill>
              <a:srgbClr val="ED7D3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4" name="正方形/長方形 23">
              <a:extLst>
                <a:ext uri="{FF2B5EF4-FFF2-40B4-BE49-F238E27FC236}">
                  <a16:creationId xmlns:a16="http://schemas.microsoft.com/office/drawing/2014/main" id="{84E85A64-CBD4-5A70-226C-9043CF969667}"/>
                </a:ext>
              </a:extLst>
            </p:cNvPr>
            <p:cNvSpPr/>
            <p:nvPr/>
          </p:nvSpPr>
          <p:spPr>
            <a:xfrm>
              <a:off x="6402665" y="5066968"/>
              <a:ext cx="350168" cy="550761"/>
            </a:xfrm>
            <a:prstGeom prst="rect">
              <a:avLst/>
            </a:prstGeom>
            <a:solidFill>
              <a:srgbClr val="ED7D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四角形: 角を丸くする 24">
              <a:extLst>
                <a:ext uri="{FF2B5EF4-FFF2-40B4-BE49-F238E27FC236}">
                  <a16:creationId xmlns:a16="http://schemas.microsoft.com/office/drawing/2014/main" id="{F2810C87-0748-47F1-73F3-A22F79D9B962}"/>
                </a:ext>
              </a:extLst>
            </p:cNvPr>
            <p:cNvSpPr/>
            <p:nvPr/>
          </p:nvSpPr>
          <p:spPr>
            <a:xfrm>
              <a:off x="8141116" y="4630360"/>
              <a:ext cx="1875503" cy="1674434"/>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3200" b="1">
                  <a:solidFill>
                    <a:schemeClr val="accent2"/>
                  </a:solidFill>
                  <a:ea typeface="游ゴシック"/>
                </a:rPr>
                <a:t>Spread</a:t>
              </a:r>
              <a:endParaRPr lang="ja-JP" b="1">
                <a:solidFill>
                  <a:schemeClr val="accent2"/>
                </a:solidFill>
                <a:ea typeface="游ゴシック"/>
              </a:endParaRPr>
            </a:p>
            <a:p>
              <a:pPr algn="r"/>
              <a:r>
                <a:rPr lang="ja-JP" altLang="en-US" sz="3200" b="1">
                  <a:solidFill>
                    <a:schemeClr val="accent2"/>
                  </a:solidFill>
                  <a:ea typeface="游ゴシック"/>
                </a:rPr>
                <a:t>sheet</a:t>
              </a:r>
            </a:p>
          </p:txBody>
        </p:sp>
        <p:pic>
          <p:nvPicPr>
            <p:cNvPr id="26" name="図 25">
              <a:extLst>
                <a:ext uri="{FF2B5EF4-FFF2-40B4-BE49-F238E27FC236}">
                  <a16:creationId xmlns:a16="http://schemas.microsoft.com/office/drawing/2014/main" id="{5822882C-F8B8-8EBF-7C9D-0E4B7460007C}"/>
                </a:ext>
              </a:extLst>
            </p:cNvPr>
            <p:cNvPicPr>
              <a:picLocks noChangeAspect="1"/>
            </p:cNvPicPr>
            <p:nvPr/>
          </p:nvPicPr>
          <p:blipFill>
            <a:blip r:embed="rId5"/>
            <a:stretch>
              <a:fillRect/>
            </a:stretch>
          </p:blipFill>
          <p:spPr>
            <a:xfrm>
              <a:off x="2924035" y="4531202"/>
              <a:ext cx="2343510" cy="1778120"/>
            </a:xfrm>
            <a:prstGeom prst="rect">
              <a:avLst/>
            </a:prstGeom>
          </p:spPr>
        </p:pic>
        <p:sp>
          <p:nvSpPr>
            <p:cNvPr id="27" name="矢印: 右 26">
              <a:extLst>
                <a:ext uri="{FF2B5EF4-FFF2-40B4-BE49-F238E27FC236}">
                  <a16:creationId xmlns:a16="http://schemas.microsoft.com/office/drawing/2014/main" id="{5928684E-EDC1-F1E8-8911-DA2EF0E43E8E}"/>
                </a:ext>
              </a:extLst>
            </p:cNvPr>
            <p:cNvSpPr/>
            <p:nvPr/>
          </p:nvSpPr>
          <p:spPr>
            <a:xfrm rot="5400000">
              <a:off x="8982485" y="3621415"/>
              <a:ext cx="1076732" cy="337389"/>
            </a:xfrm>
            <a:prstGeom prst="rightArrow">
              <a:avLst/>
            </a:prstGeom>
            <a:solidFill>
              <a:srgbClr val="ED7D3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8" name="矢印: 右 27">
              <a:extLst>
                <a:ext uri="{FF2B5EF4-FFF2-40B4-BE49-F238E27FC236}">
                  <a16:creationId xmlns:a16="http://schemas.microsoft.com/office/drawing/2014/main" id="{53C45605-C766-E22C-F03A-22B24E37BC01}"/>
                </a:ext>
              </a:extLst>
            </p:cNvPr>
            <p:cNvSpPr/>
            <p:nvPr/>
          </p:nvSpPr>
          <p:spPr>
            <a:xfrm rot="16200000">
              <a:off x="8097894" y="3610228"/>
              <a:ext cx="1076731" cy="337388"/>
            </a:xfrm>
            <a:prstGeom prst="rightArrow">
              <a:avLst/>
            </a:prstGeom>
            <a:solidFill>
              <a:srgbClr val="ED7D3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pic>
        <p:nvPicPr>
          <p:cNvPr id="14" name="図 13">
            <a:extLst>
              <a:ext uri="{FF2B5EF4-FFF2-40B4-BE49-F238E27FC236}">
                <a16:creationId xmlns:a16="http://schemas.microsoft.com/office/drawing/2014/main" id="{D701A852-3D0A-063F-6475-B997742493C6}"/>
              </a:ext>
            </a:extLst>
          </p:cNvPr>
          <p:cNvPicPr>
            <a:picLocks noChangeAspect="1"/>
          </p:cNvPicPr>
          <p:nvPr/>
        </p:nvPicPr>
        <p:blipFill>
          <a:blip r:embed="rId4"/>
          <a:stretch>
            <a:fillRect/>
          </a:stretch>
        </p:blipFill>
        <p:spPr>
          <a:xfrm>
            <a:off x="718320" y="4268604"/>
            <a:ext cx="1798349" cy="2207010"/>
          </a:xfrm>
          <a:prstGeom prst="rect">
            <a:avLst/>
          </a:prstGeom>
        </p:spPr>
      </p:pic>
      <p:pic>
        <p:nvPicPr>
          <p:cNvPr id="15" name="図 14">
            <a:extLst>
              <a:ext uri="{FF2B5EF4-FFF2-40B4-BE49-F238E27FC236}">
                <a16:creationId xmlns:a16="http://schemas.microsoft.com/office/drawing/2014/main" id="{3F73CC1E-5F7C-81DC-FFF2-9E1B406A297A}"/>
              </a:ext>
            </a:extLst>
          </p:cNvPr>
          <p:cNvPicPr>
            <a:picLocks noChangeAspect="1"/>
          </p:cNvPicPr>
          <p:nvPr/>
        </p:nvPicPr>
        <p:blipFill>
          <a:blip r:embed="rId6"/>
          <a:stretch>
            <a:fillRect/>
          </a:stretch>
        </p:blipFill>
        <p:spPr>
          <a:xfrm>
            <a:off x="1752816" y="3842365"/>
            <a:ext cx="1163726" cy="1072569"/>
          </a:xfrm>
          <a:prstGeom prst="rect">
            <a:avLst/>
          </a:prstGeom>
        </p:spPr>
      </p:pic>
      <p:sp>
        <p:nvSpPr>
          <p:cNvPr id="16" name="爆発: 14 pt 15">
            <a:extLst>
              <a:ext uri="{FF2B5EF4-FFF2-40B4-BE49-F238E27FC236}">
                <a16:creationId xmlns:a16="http://schemas.microsoft.com/office/drawing/2014/main" id="{DED6FB4A-51CF-704B-F70A-4D8A7A04249A}"/>
              </a:ext>
            </a:extLst>
          </p:cNvPr>
          <p:cNvSpPr/>
          <p:nvPr/>
        </p:nvSpPr>
        <p:spPr>
          <a:xfrm>
            <a:off x="420710" y="3044905"/>
            <a:ext cx="2366306" cy="1337198"/>
          </a:xfrm>
          <a:prstGeom prst="irregularSeal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b="1">
                <a:solidFill>
                  <a:schemeClr val="accent2"/>
                </a:solidFill>
                <a:ea typeface="游ゴシック"/>
              </a:rPr>
              <a:t>検知</a:t>
            </a:r>
            <a:endParaRPr lang="ja-JP" altLang="en-US" sz="3200" b="1">
              <a:solidFill>
                <a:schemeClr val="accent2"/>
              </a:solidFill>
            </a:endParaRPr>
          </a:p>
        </p:txBody>
      </p:sp>
      <p:sp>
        <p:nvSpPr>
          <p:cNvPr id="17" name="矢印: 右 16">
            <a:extLst>
              <a:ext uri="{FF2B5EF4-FFF2-40B4-BE49-F238E27FC236}">
                <a16:creationId xmlns:a16="http://schemas.microsoft.com/office/drawing/2014/main" id="{974460F4-74A9-8E7D-F9FE-48DFF54DBF6E}"/>
              </a:ext>
            </a:extLst>
          </p:cNvPr>
          <p:cNvSpPr/>
          <p:nvPr/>
        </p:nvSpPr>
        <p:spPr>
          <a:xfrm>
            <a:off x="2647715" y="5156199"/>
            <a:ext cx="922866" cy="736600"/>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8" name="テキスト ボックス 17">
            <a:extLst>
              <a:ext uri="{FF2B5EF4-FFF2-40B4-BE49-F238E27FC236}">
                <a16:creationId xmlns:a16="http://schemas.microsoft.com/office/drawing/2014/main" id="{E4FC42DA-98D1-F007-827D-450A00103577}"/>
              </a:ext>
            </a:extLst>
          </p:cNvPr>
          <p:cNvSpPr txBox="1"/>
          <p:nvPr/>
        </p:nvSpPr>
        <p:spPr>
          <a:xfrm>
            <a:off x="471780" y="2357965"/>
            <a:ext cx="26416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ja-JP" altLang="en-US" sz="2400" b="1">
                <a:ea typeface="游ゴシック"/>
              </a:rPr>
              <a:t>人を検知後、撮影</a:t>
            </a:r>
          </a:p>
        </p:txBody>
      </p:sp>
      <p:grpSp>
        <p:nvGrpSpPr>
          <p:cNvPr id="11" name="グループ化 10">
            <a:extLst>
              <a:ext uri="{FF2B5EF4-FFF2-40B4-BE49-F238E27FC236}">
                <a16:creationId xmlns:a16="http://schemas.microsoft.com/office/drawing/2014/main" id="{7D207E67-755B-F237-997E-87148483A093}"/>
              </a:ext>
            </a:extLst>
          </p:cNvPr>
          <p:cNvGrpSpPr/>
          <p:nvPr/>
        </p:nvGrpSpPr>
        <p:grpSpPr>
          <a:xfrm>
            <a:off x="7024511" y="372534"/>
            <a:ext cx="4470400" cy="2675996"/>
            <a:chOff x="6883400" y="203201"/>
            <a:chExt cx="4470400" cy="2675996"/>
          </a:xfrm>
        </p:grpSpPr>
        <p:pic>
          <p:nvPicPr>
            <p:cNvPr id="12" name="図 11" descr="テーブル, 座る, 皿 が含まれている画像&#10;&#10;AI 生成コンテンツは間違っている可能性があります。">
              <a:extLst>
                <a:ext uri="{FF2B5EF4-FFF2-40B4-BE49-F238E27FC236}">
                  <a16:creationId xmlns:a16="http://schemas.microsoft.com/office/drawing/2014/main" id="{4AA12A1F-6A98-41F8-15DE-F92BA4AD56AE}"/>
                </a:ext>
              </a:extLst>
            </p:cNvPr>
            <p:cNvPicPr>
              <a:picLocks noChangeAspect="1"/>
            </p:cNvPicPr>
            <p:nvPr/>
          </p:nvPicPr>
          <p:blipFill>
            <a:blip r:embed="rId7"/>
            <a:stretch>
              <a:fillRect/>
            </a:stretch>
          </p:blipFill>
          <p:spPr>
            <a:xfrm>
              <a:off x="7894637" y="1125538"/>
              <a:ext cx="2354792" cy="1753659"/>
            </a:xfrm>
            <a:prstGeom prst="rect">
              <a:avLst/>
            </a:prstGeom>
          </p:spPr>
        </p:pic>
        <p:sp>
          <p:nvSpPr>
            <p:cNvPr id="13" name="テキスト ボックス 12">
              <a:extLst>
                <a:ext uri="{FF2B5EF4-FFF2-40B4-BE49-F238E27FC236}">
                  <a16:creationId xmlns:a16="http://schemas.microsoft.com/office/drawing/2014/main" id="{89AA3E68-A0A4-976D-4493-2CDE1550BC81}"/>
                </a:ext>
              </a:extLst>
            </p:cNvPr>
            <p:cNvSpPr txBox="1"/>
            <p:nvPr/>
          </p:nvSpPr>
          <p:spPr>
            <a:xfrm>
              <a:off x="6883400" y="203201"/>
              <a:ext cx="44704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2400" b="1">
                  <a:ea typeface="游ゴシック"/>
                </a:rPr>
                <a:t>Spread Sheet に記入した値をもとに照明を調整</a:t>
              </a:r>
            </a:p>
          </p:txBody>
        </p:sp>
      </p:grpSp>
      <p:sp>
        <p:nvSpPr>
          <p:cNvPr id="3" name="テキスト ボックス 2">
            <a:extLst>
              <a:ext uri="{FF2B5EF4-FFF2-40B4-BE49-F238E27FC236}">
                <a16:creationId xmlns:a16="http://schemas.microsoft.com/office/drawing/2014/main" id="{0419123C-CFE1-A7A8-A865-226CE51FFA25}"/>
              </a:ext>
            </a:extLst>
          </p:cNvPr>
          <p:cNvSpPr txBox="1"/>
          <p:nvPr/>
        </p:nvSpPr>
        <p:spPr>
          <a:xfrm>
            <a:off x="3786975" y="2021497"/>
            <a:ext cx="298796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ja-JP" altLang="en-US" sz="2400" b="1">
                <a:ea typeface="游ゴシック"/>
              </a:rPr>
              <a:t>写真をメールで送信</a:t>
            </a:r>
          </a:p>
        </p:txBody>
      </p:sp>
    </p:spTree>
    <p:extLst>
      <p:ext uri="{BB962C8B-B14F-4D97-AF65-F5344CB8AC3E}">
        <p14:creationId xmlns:p14="http://schemas.microsoft.com/office/powerpoint/2010/main" val="25298960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ECA70-1613-A72B-A1EB-83A47E33D13B}"/>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8FEA3748-90FC-BEDF-8DD4-45C5B0F273DB}"/>
              </a:ext>
            </a:extLst>
          </p:cNvPr>
          <p:cNvSpPr/>
          <p:nvPr/>
        </p:nvSpPr>
        <p:spPr>
          <a:xfrm>
            <a:off x="407029" y="384741"/>
            <a:ext cx="5548751" cy="941829"/>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 name="タイトル 1">
            <a:extLst>
              <a:ext uri="{FF2B5EF4-FFF2-40B4-BE49-F238E27FC236}">
                <a16:creationId xmlns:a16="http://schemas.microsoft.com/office/drawing/2014/main" id="{DF4A9499-C03F-2CE9-908D-F1EA742275FB}"/>
              </a:ext>
            </a:extLst>
          </p:cNvPr>
          <p:cNvSpPr>
            <a:spLocks noGrp="1"/>
          </p:cNvSpPr>
          <p:nvPr>
            <p:ph type="title"/>
          </p:nvPr>
        </p:nvSpPr>
        <p:spPr>
          <a:xfrm>
            <a:off x="838200" y="384917"/>
            <a:ext cx="4686795" cy="939615"/>
          </a:xfrm>
        </p:spPr>
        <p:txBody>
          <a:bodyPr/>
          <a:lstStyle/>
          <a:p>
            <a:r>
              <a:rPr lang="ja-JP" altLang="en-US" b="1">
                <a:ea typeface="游ゴシック Light"/>
              </a:rPr>
              <a:t>必要なモジュール</a:t>
            </a:r>
          </a:p>
        </p:txBody>
      </p:sp>
      <p:sp>
        <p:nvSpPr>
          <p:cNvPr id="3" name="コンテンツ プレースホルダー 2">
            <a:extLst>
              <a:ext uri="{FF2B5EF4-FFF2-40B4-BE49-F238E27FC236}">
                <a16:creationId xmlns:a16="http://schemas.microsoft.com/office/drawing/2014/main" id="{23947E2B-2387-DB65-A80D-86ECE98DADCE}"/>
              </a:ext>
            </a:extLst>
          </p:cNvPr>
          <p:cNvSpPr>
            <a:spLocks noGrp="1"/>
          </p:cNvSpPr>
          <p:nvPr>
            <p:ph idx="1"/>
          </p:nvPr>
        </p:nvSpPr>
        <p:spPr>
          <a:xfrm>
            <a:off x="838200" y="1825625"/>
            <a:ext cx="11218223" cy="4885727"/>
          </a:xfrm>
        </p:spPr>
        <p:txBody>
          <a:bodyPr vert="horz" lIns="91440" tIns="45720" rIns="91440" bIns="45720" rtlCol="0" anchor="t">
            <a:normAutofit lnSpcReduction="10000"/>
          </a:bodyPr>
          <a:lstStyle/>
          <a:p>
            <a:pPr>
              <a:buFont typeface="Arial,Sans-Serif"/>
              <a:buChar char="•"/>
            </a:pPr>
            <a:r>
              <a:rPr lang="ja-JP" sz="3200">
                <a:ea typeface="游ゴシック"/>
              </a:rPr>
              <a:t>スプレッドシート管理用プログラム</a:t>
            </a:r>
            <a:endParaRPr lang="en-US" altLang="ja-JP" sz="3200">
              <a:ea typeface="游ゴシック"/>
            </a:endParaRPr>
          </a:p>
          <a:p>
            <a:pPr>
              <a:buFont typeface="Arial,Sans-Serif"/>
              <a:buChar char="•"/>
            </a:pPr>
            <a:endParaRPr lang="ja-JP" sz="3200">
              <a:ea typeface="游ゴシック"/>
            </a:endParaRPr>
          </a:p>
          <a:p>
            <a:pPr>
              <a:buFont typeface="Arial,Sans-Serif"/>
              <a:buChar char="•"/>
            </a:pPr>
            <a:r>
              <a:rPr lang="en-US" altLang="ja-JP" sz="3200">
                <a:ea typeface="游ゴシック"/>
              </a:rPr>
              <a:t>Remo</a:t>
            </a:r>
            <a:r>
              <a:rPr lang="ja-JP" sz="3200">
                <a:ea typeface="游ゴシック"/>
              </a:rPr>
              <a:t>３からのデータ管理用プログラム</a:t>
            </a:r>
            <a:endParaRPr lang="en-US" altLang="ja-JP" sz="3200">
              <a:ea typeface="游ゴシック"/>
            </a:endParaRPr>
          </a:p>
          <a:p>
            <a:pPr>
              <a:buFont typeface="Arial,Sans-Serif"/>
              <a:buChar char="•"/>
            </a:pPr>
            <a:endParaRPr lang="ja-JP" sz="3200">
              <a:ea typeface="游ゴシック"/>
            </a:endParaRPr>
          </a:p>
          <a:p>
            <a:pPr>
              <a:buFont typeface="Arial,Sans-Serif"/>
              <a:buChar char="•"/>
            </a:pPr>
            <a:r>
              <a:rPr lang="ja-JP" sz="3200">
                <a:ea typeface="游ゴシック"/>
              </a:rPr>
              <a:t>カメラデータ管理用プログラム</a:t>
            </a:r>
            <a:endParaRPr lang="en-US" altLang="ja-JP" sz="3200">
              <a:ea typeface="游ゴシック"/>
            </a:endParaRPr>
          </a:p>
          <a:p>
            <a:pPr>
              <a:buFont typeface="Arial,Sans-Serif"/>
              <a:buChar char="•"/>
            </a:pPr>
            <a:endParaRPr lang="ja-JP" sz="3200">
              <a:ea typeface="游ゴシック"/>
            </a:endParaRPr>
          </a:p>
          <a:p>
            <a:pPr>
              <a:buFont typeface="Arial,Sans-Serif"/>
              <a:buChar char="•"/>
            </a:pPr>
            <a:r>
              <a:rPr lang="ja-JP" sz="3200">
                <a:ea typeface="游ゴシック"/>
              </a:rPr>
              <a:t>照明操作用プログラム</a:t>
            </a:r>
            <a:endParaRPr lang="en-US" altLang="ja-JP" sz="3200">
              <a:ea typeface="游ゴシック"/>
            </a:endParaRPr>
          </a:p>
          <a:p>
            <a:pPr>
              <a:buFont typeface="Arial,Sans-Serif"/>
              <a:buChar char="•"/>
            </a:pPr>
            <a:endParaRPr lang="ja-JP" sz="3200">
              <a:ea typeface="游ゴシック"/>
            </a:endParaRPr>
          </a:p>
          <a:p>
            <a:pPr>
              <a:buFont typeface="Arial,Sans-Serif"/>
              <a:buChar char="•"/>
            </a:pPr>
            <a:r>
              <a:rPr lang="ja-JP" sz="3200">
                <a:ea typeface="游ゴシック"/>
              </a:rPr>
              <a:t>カメラ操作用プログラム</a:t>
            </a:r>
          </a:p>
          <a:p>
            <a:pPr>
              <a:buFont typeface="Arial,Sans-Serif"/>
              <a:buChar char="•"/>
            </a:pPr>
            <a:endParaRPr lang="ja-JP" altLang="en-US" sz="3200">
              <a:ea typeface="游ゴシック"/>
            </a:endParaRPr>
          </a:p>
        </p:txBody>
      </p:sp>
    </p:spTree>
    <p:extLst>
      <p:ext uri="{BB962C8B-B14F-4D97-AF65-F5344CB8AC3E}">
        <p14:creationId xmlns:p14="http://schemas.microsoft.com/office/powerpoint/2010/main" val="24345007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01A7CA-6DA0-57DE-DB0F-80BECA43EB4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D4F9BC3-B6CE-60C3-6A35-BF8A3BA8DE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61C8FC7-4EC2-2B68-E348-61C39D654F9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ja-JP" sz="6000" b="1">
                <a:ea typeface="游ゴシック Light"/>
              </a:rPr>
              <a:t>３</a:t>
            </a:r>
            <a:r>
              <a:rPr lang="ja-JP" sz="6600" b="1">
                <a:ea typeface="游ゴシック Light"/>
              </a:rPr>
              <a:t>．プロジェクト計画</a:t>
            </a:r>
            <a:endParaRPr lang="ja-JP" sz="6600">
              <a:ea typeface="游ゴシック Light"/>
            </a:endParaRPr>
          </a:p>
        </p:txBody>
      </p:sp>
      <p:sp>
        <p:nvSpPr>
          <p:cNvPr id="9" name="sketch line">
            <a:extLst>
              <a:ext uri="{FF2B5EF4-FFF2-40B4-BE49-F238E27FC236}">
                <a16:creationId xmlns:a16="http://schemas.microsoft.com/office/drawing/2014/main" id="{C7EAE3A7-9236-1CFA-BE9A-F77F90646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704499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ECA70-1613-A72B-A1EB-83A47E33D13B}"/>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8FEA3748-90FC-BEDF-8DD4-45C5B0F273DB}"/>
              </a:ext>
            </a:extLst>
          </p:cNvPr>
          <p:cNvSpPr/>
          <p:nvPr/>
        </p:nvSpPr>
        <p:spPr>
          <a:xfrm>
            <a:off x="407029" y="384741"/>
            <a:ext cx="3351816" cy="941829"/>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 name="タイトル 1">
            <a:extLst>
              <a:ext uri="{FF2B5EF4-FFF2-40B4-BE49-F238E27FC236}">
                <a16:creationId xmlns:a16="http://schemas.microsoft.com/office/drawing/2014/main" id="{DF4A9499-C03F-2CE9-908D-F1EA742275FB}"/>
              </a:ext>
            </a:extLst>
          </p:cNvPr>
          <p:cNvSpPr>
            <a:spLocks noGrp="1"/>
          </p:cNvSpPr>
          <p:nvPr>
            <p:ph type="title"/>
          </p:nvPr>
        </p:nvSpPr>
        <p:spPr>
          <a:xfrm>
            <a:off x="838200" y="384917"/>
            <a:ext cx="2509653" cy="939615"/>
          </a:xfrm>
        </p:spPr>
        <p:txBody>
          <a:bodyPr/>
          <a:lstStyle/>
          <a:p>
            <a:r>
              <a:rPr lang="ja-JP" altLang="en-US" b="1">
                <a:ea typeface="游ゴシック Light"/>
              </a:rPr>
              <a:t>開発体制</a:t>
            </a:r>
          </a:p>
        </p:txBody>
      </p:sp>
      <p:graphicFrame>
        <p:nvGraphicFramePr>
          <p:cNvPr id="8" name="表 7">
            <a:extLst>
              <a:ext uri="{FF2B5EF4-FFF2-40B4-BE49-F238E27FC236}">
                <a16:creationId xmlns:a16="http://schemas.microsoft.com/office/drawing/2014/main" id="{91D65CF9-1A38-96C2-6E0E-53347EC846A7}"/>
              </a:ext>
            </a:extLst>
          </p:cNvPr>
          <p:cNvGraphicFramePr>
            <a:graphicFrameLocks noGrp="1"/>
          </p:cNvGraphicFramePr>
          <p:nvPr>
            <p:extLst>
              <p:ext uri="{D42A27DB-BD31-4B8C-83A1-F6EECF244321}">
                <p14:modId xmlns:p14="http://schemas.microsoft.com/office/powerpoint/2010/main" val="1606187990"/>
              </p:ext>
            </p:extLst>
          </p:nvPr>
        </p:nvGraphicFramePr>
        <p:xfrm>
          <a:off x="207817" y="1494311"/>
          <a:ext cx="11781786" cy="5334557"/>
        </p:xfrm>
        <a:graphic>
          <a:graphicData uri="http://schemas.openxmlformats.org/drawingml/2006/table">
            <a:tbl>
              <a:tblPr firstRow="1" bandRow="1">
                <a:tableStyleId>{5C22544A-7EE6-4342-B048-85BDC9FD1C3A}</a:tableStyleId>
              </a:tblPr>
              <a:tblGrid>
                <a:gridCol w="3891178">
                  <a:extLst>
                    <a:ext uri="{9D8B030D-6E8A-4147-A177-3AD203B41FA5}">
                      <a16:colId xmlns:a16="http://schemas.microsoft.com/office/drawing/2014/main" val="1698934301"/>
                    </a:ext>
                  </a:extLst>
                </a:gridCol>
                <a:gridCol w="3891178">
                  <a:extLst>
                    <a:ext uri="{9D8B030D-6E8A-4147-A177-3AD203B41FA5}">
                      <a16:colId xmlns:a16="http://schemas.microsoft.com/office/drawing/2014/main" val="3778741668"/>
                    </a:ext>
                  </a:extLst>
                </a:gridCol>
                <a:gridCol w="3999430">
                  <a:extLst>
                    <a:ext uri="{9D8B030D-6E8A-4147-A177-3AD203B41FA5}">
                      <a16:colId xmlns:a16="http://schemas.microsoft.com/office/drawing/2014/main" val="172708787"/>
                    </a:ext>
                  </a:extLst>
                </a:gridCol>
              </a:tblGrid>
              <a:tr h="748021">
                <a:tc>
                  <a:txBody>
                    <a:bodyPr/>
                    <a:lstStyle/>
                    <a:p>
                      <a:pPr algn="ctr"/>
                      <a:r>
                        <a:rPr lang="ja-JP" altLang="en-US" sz="3200">
                          <a:solidFill>
                            <a:schemeClr val="bg1"/>
                          </a:solidFill>
                        </a:rPr>
                        <a:t>役職</a:t>
                      </a:r>
                      <a:endParaRPr kumimoji="1" lang="ja-JP" altLang="en-US" sz="3200">
                        <a:solidFill>
                          <a:schemeClr val="bg1"/>
                        </a:solidFill>
                      </a:endParaRPr>
                    </a:p>
                  </a:txBody>
                  <a:tcPr anchor="ctr">
                    <a:solidFill>
                      <a:schemeClr val="accent2">
                        <a:lumMod val="75000"/>
                      </a:schemeClr>
                    </a:solidFill>
                  </a:tcPr>
                </a:tc>
                <a:tc>
                  <a:txBody>
                    <a:bodyPr/>
                    <a:lstStyle/>
                    <a:p>
                      <a:pPr algn="ctr"/>
                      <a:r>
                        <a:rPr lang="ja-JP" altLang="en-US" sz="3200">
                          <a:solidFill>
                            <a:schemeClr val="bg1"/>
                          </a:solidFill>
                        </a:rPr>
                        <a:t>名前</a:t>
                      </a:r>
                      <a:endParaRPr kumimoji="1" lang="ja-JP" altLang="en-US" sz="3200">
                        <a:solidFill>
                          <a:schemeClr val="bg1"/>
                        </a:solidFill>
                      </a:endParaRPr>
                    </a:p>
                  </a:txBody>
                  <a:tcPr anchor="ctr">
                    <a:solidFill>
                      <a:schemeClr val="accent2">
                        <a:lumMod val="75000"/>
                      </a:schemeClr>
                    </a:solidFill>
                  </a:tcPr>
                </a:tc>
                <a:tc>
                  <a:txBody>
                    <a:bodyPr/>
                    <a:lstStyle/>
                    <a:p>
                      <a:pPr algn="ctr"/>
                      <a:r>
                        <a:rPr lang="ja-JP" altLang="en-US" sz="3200">
                          <a:solidFill>
                            <a:schemeClr val="bg1"/>
                          </a:solidFill>
                        </a:rPr>
                        <a:t>すること</a:t>
                      </a:r>
                      <a:endParaRPr kumimoji="1" lang="ja-JP" altLang="en-US" sz="3200">
                        <a:solidFill>
                          <a:schemeClr val="bg1"/>
                        </a:solidFill>
                      </a:endParaRPr>
                    </a:p>
                  </a:txBody>
                  <a:tcPr anchor="ctr">
                    <a:solidFill>
                      <a:schemeClr val="accent2">
                        <a:lumMod val="75000"/>
                      </a:schemeClr>
                    </a:solidFill>
                  </a:tcPr>
                </a:tc>
                <a:extLst>
                  <a:ext uri="{0D108BD9-81ED-4DB2-BD59-A6C34878D82A}">
                    <a16:rowId xmlns:a16="http://schemas.microsoft.com/office/drawing/2014/main" val="4239488939"/>
                  </a:ext>
                </a:extLst>
              </a:tr>
              <a:tr h="921668">
                <a:tc>
                  <a:txBody>
                    <a:bodyPr/>
                    <a:lstStyle/>
                    <a:p>
                      <a:pPr algn="l"/>
                      <a:r>
                        <a:rPr lang="ja-JP" altLang="en-US" sz="2400" u="none"/>
                        <a:t>リーダー</a:t>
                      </a:r>
                      <a:endParaRPr kumimoji="1" lang="ja-JP" altLang="en-US" sz="2400" u="none"/>
                    </a:p>
                  </a:txBody>
                  <a:tcPr anchor="ctr">
                    <a:solidFill>
                      <a:schemeClr val="accent2">
                        <a:lumMod val="40000"/>
                        <a:lumOff val="60000"/>
                      </a:schemeClr>
                    </a:solidFill>
                  </a:tcPr>
                </a:tc>
                <a:tc>
                  <a:txBody>
                    <a:bodyPr/>
                    <a:lstStyle/>
                    <a:p>
                      <a:r>
                        <a:rPr lang="ja-JP" altLang="en-US" sz="2400"/>
                        <a:t>奥村　洵太</a:t>
                      </a:r>
                      <a:endParaRPr kumimoji="1" lang="ja-JP" altLang="en-US" sz="2400" dirty="0"/>
                    </a:p>
                  </a:txBody>
                  <a:tcPr anchor="ctr">
                    <a:solidFill>
                      <a:schemeClr val="accent2">
                        <a:lumMod val="40000"/>
                        <a:lumOff val="60000"/>
                      </a:schemeClr>
                    </a:solidFill>
                  </a:tcPr>
                </a:tc>
                <a:tc>
                  <a:txBody>
                    <a:bodyPr/>
                    <a:lstStyle/>
                    <a:p>
                      <a:r>
                        <a:rPr lang="ja-JP" altLang="en-US" sz="2400"/>
                        <a:t>・全体スケジュールの管理</a:t>
                      </a:r>
                      <a:endParaRPr lang="ja-JP" sz="2400"/>
                    </a:p>
                  </a:txBody>
                  <a:tcPr>
                    <a:solidFill>
                      <a:schemeClr val="accent2">
                        <a:lumMod val="40000"/>
                        <a:lumOff val="60000"/>
                      </a:schemeClr>
                    </a:solidFill>
                  </a:tcPr>
                </a:tc>
                <a:extLst>
                  <a:ext uri="{0D108BD9-81ED-4DB2-BD59-A6C34878D82A}">
                    <a16:rowId xmlns:a16="http://schemas.microsoft.com/office/drawing/2014/main" val="1450789973"/>
                  </a:ext>
                </a:extLst>
              </a:tr>
              <a:tr h="1415896">
                <a:tc>
                  <a:txBody>
                    <a:bodyPr/>
                    <a:lstStyle/>
                    <a:p>
                      <a:pPr algn="l"/>
                      <a:r>
                        <a:rPr lang="ja-JP" altLang="en-US" sz="2400" u="none"/>
                        <a:t>開発責任者</a:t>
                      </a:r>
                      <a:endParaRPr kumimoji="1" lang="ja-JP" altLang="en-US" sz="2400" u="none"/>
                    </a:p>
                  </a:txBody>
                  <a:tcPr anchor="ctr">
                    <a:solidFill>
                      <a:schemeClr val="accent2">
                        <a:lumMod val="20000"/>
                        <a:lumOff val="80000"/>
                      </a:schemeClr>
                    </a:solidFill>
                  </a:tcPr>
                </a:tc>
                <a:tc>
                  <a:txBody>
                    <a:bodyPr/>
                    <a:lstStyle/>
                    <a:p>
                      <a:r>
                        <a:rPr lang="ja-JP" altLang="en-US" sz="2400"/>
                        <a:t>川瀬　陽己</a:t>
                      </a:r>
                      <a:endParaRPr kumimoji="1" lang="ja-JP" altLang="en-US" sz="2400" dirty="0"/>
                    </a:p>
                  </a:txBody>
                  <a:tcPr anchor="ctr">
                    <a:solidFill>
                      <a:schemeClr val="accent2">
                        <a:lumMod val="20000"/>
                        <a:lumOff val="80000"/>
                      </a:schemeClr>
                    </a:solidFill>
                  </a:tcPr>
                </a:tc>
                <a:tc>
                  <a:txBody>
                    <a:bodyPr/>
                    <a:lstStyle/>
                    <a:p>
                      <a:r>
                        <a:rPr lang="ja-JP" altLang="en-US" sz="2400"/>
                        <a:t>・プログラムが要求仕様書に沿ったものを作成できているか管理する</a:t>
                      </a:r>
                      <a:endParaRPr lang="ja-JP" sz="2400"/>
                    </a:p>
                    <a:p>
                      <a:pPr lvl="0">
                        <a:buNone/>
                      </a:pPr>
                      <a:endParaRPr lang="ja-JP" altLang="en-US" sz="2400" dirty="0"/>
                    </a:p>
                  </a:txBody>
                  <a:tcPr>
                    <a:solidFill>
                      <a:schemeClr val="accent2">
                        <a:lumMod val="20000"/>
                        <a:lumOff val="80000"/>
                      </a:schemeClr>
                    </a:solidFill>
                  </a:tcPr>
                </a:tc>
                <a:extLst>
                  <a:ext uri="{0D108BD9-81ED-4DB2-BD59-A6C34878D82A}">
                    <a16:rowId xmlns:a16="http://schemas.microsoft.com/office/drawing/2014/main" val="1475720465"/>
                  </a:ext>
                </a:extLst>
              </a:tr>
              <a:tr h="1081959">
                <a:tc>
                  <a:txBody>
                    <a:bodyPr/>
                    <a:lstStyle/>
                    <a:p>
                      <a:pPr lvl="0" algn="l">
                        <a:buNone/>
                      </a:pPr>
                      <a:r>
                        <a:rPr lang="ja-JP" altLang="en-US" sz="2400" u="none"/>
                        <a:t>プログラム責任者</a:t>
                      </a:r>
                      <a:endParaRPr kumimoji="1" lang="ja-JP" altLang="en-US" sz="2400" u="none"/>
                    </a:p>
                  </a:txBody>
                  <a:tcPr anchor="ctr">
                    <a:solidFill>
                      <a:schemeClr val="accent2">
                        <a:lumMod val="40000"/>
                        <a:lumOff val="60000"/>
                      </a:schemeClr>
                    </a:solidFill>
                  </a:tcPr>
                </a:tc>
                <a:tc>
                  <a:txBody>
                    <a:bodyPr/>
                    <a:lstStyle/>
                    <a:p>
                      <a:pPr lvl="0">
                        <a:buNone/>
                      </a:pPr>
                      <a:r>
                        <a:rPr lang="ja-JP" altLang="en-US" sz="2400"/>
                        <a:t>藤松　和志</a:t>
                      </a:r>
                      <a:endParaRPr kumimoji="1" lang="ja-JP" altLang="en-US" sz="2400" dirty="0"/>
                    </a:p>
                  </a:txBody>
                  <a:tcPr anchor="ctr">
                    <a:solidFill>
                      <a:schemeClr val="accent2">
                        <a:lumMod val="40000"/>
                        <a:lumOff val="60000"/>
                      </a:schemeClr>
                    </a:solidFill>
                  </a:tcPr>
                </a:tc>
                <a:tc>
                  <a:txBody>
                    <a:bodyPr/>
                    <a:lstStyle/>
                    <a:p>
                      <a:pPr lvl="0">
                        <a:buNone/>
                      </a:pPr>
                      <a:r>
                        <a:rPr lang="ja-JP" altLang="en-US" sz="2400"/>
                        <a:t>・各々の作るプログラムが開発方針にあったものか確認する</a:t>
                      </a:r>
                      <a:endParaRPr lang="ja-JP" sz="2400"/>
                    </a:p>
                  </a:txBody>
                  <a:tcPr>
                    <a:solidFill>
                      <a:schemeClr val="accent2">
                        <a:lumMod val="40000"/>
                        <a:lumOff val="60000"/>
                      </a:schemeClr>
                    </a:solidFill>
                  </a:tcPr>
                </a:tc>
                <a:extLst>
                  <a:ext uri="{0D108BD9-81ED-4DB2-BD59-A6C34878D82A}">
                    <a16:rowId xmlns:a16="http://schemas.microsoft.com/office/drawing/2014/main" val="2165016873"/>
                  </a:ext>
                </a:extLst>
              </a:tr>
              <a:tr h="921668">
                <a:tc>
                  <a:txBody>
                    <a:bodyPr/>
                    <a:lstStyle/>
                    <a:p>
                      <a:pPr lvl="0" algn="l">
                        <a:buNone/>
                      </a:pPr>
                      <a:r>
                        <a:rPr lang="ja-JP" altLang="en-US" sz="2400" b="0" u="none"/>
                        <a:t>資料作成責任者</a:t>
                      </a:r>
                      <a:endParaRPr kumimoji="1" lang="ja-JP" altLang="en-US" sz="2400" b="0" u="none"/>
                    </a:p>
                  </a:txBody>
                  <a:tcPr anchor="ctr">
                    <a:solidFill>
                      <a:schemeClr val="accent2">
                        <a:lumMod val="20000"/>
                        <a:lumOff val="80000"/>
                      </a:schemeClr>
                    </a:solidFill>
                  </a:tcPr>
                </a:tc>
                <a:tc>
                  <a:txBody>
                    <a:bodyPr/>
                    <a:lstStyle/>
                    <a:p>
                      <a:pPr lvl="0">
                        <a:buNone/>
                      </a:pPr>
                      <a:r>
                        <a:rPr lang="ja-JP" altLang="en-US" sz="2400"/>
                        <a:t>三木原　浬</a:t>
                      </a:r>
                      <a:endParaRPr kumimoji="1" lang="ja-JP" altLang="en-US" sz="2400" dirty="0"/>
                    </a:p>
                  </a:txBody>
                  <a:tcPr anchor="ctr">
                    <a:solidFill>
                      <a:schemeClr val="accent2">
                        <a:lumMod val="20000"/>
                        <a:lumOff val="80000"/>
                      </a:schemeClr>
                    </a:solidFill>
                  </a:tcPr>
                </a:tc>
                <a:tc>
                  <a:txBody>
                    <a:bodyPr/>
                    <a:lstStyle/>
                    <a:p>
                      <a:pPr lvl="0">
                        <a:buNone/>
                      </a:pPr>
                      <a:r>
                        <a:rPr lang="ja-JP" altLang="en-US" sz="2400" dirty="0"/>
                        <a:t>・発表資料の管理を行う</a:t>
                      </a:r>
                      <a:endParaRPr kumimoji="1" lang="ja-JP" altLang="en-US" sz="2400" dirty="0"/>
                    </a:p>
                  </a:txBody>
                  <a:tcPr>
                    <a:solidFill>
                      <a:schemeClr val="accent2">
                        <a:lumMod val="20000"/>
                        <a:lumOff val="80000"/>
                      </a:schemeClr>
                    </a:solidFill>
                  </a:tcPr>
                </a:tc>
                <a:extLst>
                  <a:ext uri="{0D108BD9-81ED-4DB2-BD59-A6C34878D82A}">
                    <a16:rowId xmlns:a16="http://schemas.microsoft.com/office/drawing/2014/main" val="3926462336"/>
                  </a:ext>
                </a:extLst>
              </a:tr>
            </a:tbl>
          </a:graphicData>
        </a:graphic>
      </p:graphicFrame>
    </p:spTree>
    <p:extLst>
      <p:ext uri="{BB962C8B-B14F-4D97-AF65-F5344CB8AC3E}">
        <p14:creationId xmlns:p14="http://schemas.microsoft.com/office/powerpoint/2010/main" val="1775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5ED7B0C-F7D7-A3A6-7897-212B6F41668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ja-JP" altLang="en-US" sz="6600" b="1" kern="1200">
                <a:solidFill>
                  <a:schemeClr val="tx1"/>
                </a:solidFill>
                <a:latin typeface="+mj-lt"/>
                <a:ea typeface="+mj-ea"/>
                <a:cs typeface="+mj-cs"/>
              </a:rPr>
              <a:t>開発スケジュール</a:t>
            </a:r>
            <a:endParaRPr kumimoji="1" lang="en-US" altLang="ja-JP" sz="6600" b="1" kern="1200">
              <a:solidFill>
                <a:schemeClr val="tx1"/>
              </a:solidFill>
              <a:latin typeface="+mj-lt"/>
              <a:ea typeface="+mj-ea"/>
              <a:cs typeface="+mj-cs"/>
            </a:endParaRP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75324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D6B96-1098-48CD-8A02-C1BAD10FA4EE}"/>
            </a:ext>
          </a:extLst>
        </p:cNvPr>
        <p:cNvGrpSpPr/>
        <p:nvPr/>
      </p:nvGrpSpPr>
      <p:grpSpPr>
        <a:xfrm>
          <a:off x="0" y="0"/>
          <a:ext cx="0" cy="0"/>
          <a:chOff x="0" y="0"/>
          <a:chExt cx="0" cy="0"/>
        </a:xfrm>
      </p:grpSpPr>
      <p:graphicFrame>
        <p:nvGraphicFramePr>
          <p:cNvPr id="5" name="コンテンツ プレースホルダー 3">
            <a:extLst>
              <a:ext uri="{FF2B5EF4-FFF2-40B4-BE49-F238E27FC236}">
                <a16:creationId xmlns:a16="http://schemas.microsoft.com/office/drawing/2014/main" id="{1747AB6C-4AA0-D402-A242-D8252EE0A088}"/>
              </a:ext>
            </a:extLst>
          </p:cNvPr>
          <p:cNvGraphicFramePr>
            <a:graphicFrameLocks noGrp="1"/>
          </p:cNvGraphicFramePr>
          <p:nvPr>
            <p:ph idx="1"/>
            <p:extLst>
              <p:ext uri="{D42A27DB-BD31-4B8C-83A1-F6EECF244321}">
                <p14:modId xmlns:p14="http://schemas.microsoft.com/office/powerpoint/2010/main" val="1368700460"/>
              </p:ext>
            </p:extLst>
          </p:nvPr>
        </p:nvGraphicFramePr>
        <p:xfrm>
          <a:off x="98961" y="138545"/>
          <a:ext cx="11943812" cy="6669497"/>
        </p:xfrm>
        <a:graphic>
          <a:graphicData uri="http://schemas.openxmlformats.org/drawingml/2006/table">
            <a:tbl>
              <a:tblPr firstRow="1" bandRow="1">
                <a:solidFill>
                  <a:srgbClr val="F2F2F2">
                    <a:alpha val="45098"/>
                  </a:srgbClr>
                </a:solidFill>
                <a:tableStyleId>{5C22544A-7EE6-4342-B048-85BDC9FD1C3A}</a:tableStyleId>
              </a:tblPr>
              <a:tblGrid>
                <a:gridCol w="2319293">
                  <a:extLst>
                    <a:ext uri="{9D8B030D-6E8A-4147-A177-3AD203B41FA5}">
                      <a16:colId xmlns:a16="http://schemas.microsoft.com/office/drawing/2014/main" val="156765277"/>
                    </a:ext>
                  </a:extLst>
                </a:gridCol>
                <a:gridCol w="1632864">
                  <a:extLst>
                    <a:ext uri="{9D8B030D-6E8A-4147-A177-3AD203B41FA5}">
                      <a16:colId xmlns:a16="http://schemas.microsoft.com/office/drawing/2014/main" val="3140847924"/>
                    </a:ext>
                  </a:extLst>
                </a:gridCol>
                <a:gridCol w="1141665">
                  <a:extLst>
                    <a:ext uri="{9D8B030D-6E8A-4147-A177-3AD203B41FA5}">
                      <a16:colId xmlns:a16="http://schemas.microsoft.com/office/drawing/2014/main" val="2086900357"/>
                    </a:ext>
                  </a:extLst>
                </a:gridCol>
                <a:gridCol w="1141665">
                  <a:extLst>
                    <a:ext uri="{9D8B030D-6E8A-4147-A177-3AD203B41FA5}">
                      <a16:colId xmlns:a16="http://schemas.microsoft.com/office/drawing/2014/main" val="3397441561"/>
                    </a:ext>
                  </a:extLst>
                </a:gridCol>
                <a:gridCol w="1141665">
                  <a:extLst>
                    <a:ext uri="{9D8B030D-6E8A-4147-A177-3AD203B41FA5}">
                      <a16:colId xmlns:a16="http://schemas.microsoft.com/office/drawing/2014/main" val="1728737755"/>
                    </a:ext>
                  </a:extLst>
                </a:gridCol>
                <a:gridCol w="1141665">
                  <a:extLst>
                    <a:ext uri="{9D8B030D-6E8A-4147-A177-3AD203B41FA5}">
                      <a16:colId xmlns:a16="http://schemas.microsoft.com/office/drawing/2014/main" val="605575875"/>
                    </a:ext>
                  </a:extLst>
                </a:gridCol>
                <a:gridCol w="1141665">
                  <a:extLst>
                    <a:ext uri="{9D8B030D-6E8A-4147-A177-3AD203B41FA5}">
                      <a16:colId xmlns:a16="http://schemas.microsoft.com/office/drawing/2014/main" val="2550508484"/>
                    </a:ext>
                  </a:extLst>
                </a:gridCol>
                <a:gridCol w="1141665">
                  <a:extLst>
                    <a:ext uri="{9D8B030D-6E8A-4147-A177-3AD203B41FA5}">
                      <a16:colId xmlns:a16="http://schemas.microsoft.com/office/drawing/2014/main" val="1095651632"/>
                    </a:ext>
                  </a:extLst>
                </a:gridCol>
                <a:gridCol w="1141665">
                  <a:extLst>
                    <a:ext uri="{9D8B030D-6E8A-4147-A177-3AD203B41FA5}">
                      <a16:colId xmlns:a16="http://schemas.microsoft.com/office/drawing/2014/main" val="2065169449"/>
                    </a:ext>
                  </a:extLst>
                </a:gridCol>
              </a:tblGrid>
              <a:tr h="971850">
                <a:tc>
                  <a:txBody>
                    <a:bodyPr/>
                    <a:lstStyle/>
                    <a:p>
                      <a:pPr algn="ctr"/>
                      <a:r>
                        <a:rPr lang="ja-JP" altLang="en-US" sz="2000" b="0" cap="none" spc="0">
                          <a:solidFill>
                            <a:schemeClr val="bg1"/>
                          </a:solidFill>
                        </a:rPr>
                        <a:t>タスク</a:t>
                      </a:r>
                      <a:endParaRPr kumimoji="1" lang="ja-JP" altLang="en-US" sz="2000" b="0" cap="none" spc="0">
                        <a:solidFill>
                          <a:schemeClr val="bg1"/>
                        </a:solidFill>
                      </a:endParaRPr>
                    </a:p>
                  </a:txBody>
                  <a:tcPr marL="130266" marR="130266" marT="130266" marB="65133" anchor="ctr">
                    <a:lnL w="28575" cmpd="sng">
                      <a:solidFill>
                        <a:schemeClr val="tx1"/>
                      </a:solid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担当</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4/22 </a:t>
                      </a:r>
                    </a:p>
                    <a:p>
                      <a:pPr lvl="0" algn="ctr">
                        <a:buNone/>
                      </a:pPr>
                      <a:r>
                        <a:rPr lang="ja-JP" altLang="en-US" sz="2000" b="0" cap="none" spc="0">
                          <a:solidFill>
                            <a:schemeClr val="bg1"/>
                          </a:solidFill>
                        </a:rPr>
                        <a:t>4限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4/29 </a:t>
                      </a:r>
                    </a:p>
                    <a:p>
                      <a:pPr lvl="0" algn="ctr">
                        <a:buNone/>
                      </a:pPr>
                      <a:r>
                        <a:rPr lang="ja-JP" altLang="en-US" sz="2000" b="0" cap="none" spc="0">
                          <a:solidFill>
                            <a:schemeClr val="bg1"/>
                          </a:solidFill>
                        </a:rPr>
                        <a:t>3</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4/29 </a:t>
                      </a:r>
                    </a:p>
                    <a:p>
                      <a:pPr lvl="0" algn="ctr">
                        <a:buNone/>
                      </a:pPr>
                      <a:r>
                        <a:rPr lang="ja-JP" altLang="en-US" sz="2000" b="0" cap="none" spc="0">
                          <a:solidFill>
                            <a:schemeClr val="bg1"/>
                          </a:solidFill>
                        </a:rPr>
                        <a:t>4</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5/13 </a:t>
                      </a:r>
                    </a:p>
                    <a:p>
                      <a:pPr lvl="0" algn="ctr">
                        <a:buNone/>
                      </a:pPr>
                      <a:r>
                        <a:rPr lang="ja-JP" altLang="en-US" sz="2000" b="0" cap="none" spc="0">
                          <a:solidFill>
                            <a:schemeClr val="bg1"/>
                          </a:solidFill>
                        </a:rPr>
                        <a:t>3</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5/13 </a:t>
                      </a:r>
                    </a:p>
                    <a:p>
                      <a:pPr lvl="0" algn="ctr">
                        <a:buNone/>
                      </a:pPr>
                      <a:r>
                        <a:rPr lang="ja-JP" altLang="en-US" sz="2000" b="0" cap="none" spc="0">
                          <a:solidFill>
                            <a:schemeClr val="bg1"/>
                          </a:solidFill>
                        </a:rPr>
                        <a:t>4</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lvl="0" algn="ctr">
                        <a:buNone/>
                      </a:pPr>
                      <a:r>
                        <a:rPr lang="ja-JP" altLang="en-US" sz="2000" b="0" cap="none" spc="0">
                          <a:solidFill>
                            <a:schemeClr val="bg1"/>
                          </a:solidFill>
                        </a:rPr>
                        <a:t>5/20 </a:t>
                      </a:r>
                    </a:p>
                    <a:p>
                      <a:pPr lvl="0" algn="ctr">
                        <a:buNone/>
                      </a:pPr>
                      <a:r>
                        <a:rPr lang="ja-JP" altLang="en-US" sz="2000" b="0" cap="none" spc="0">
                          <a:solidFill>
                            <a:schemeClr val="bg1"/>
                          </a:solidFill>
                        </a:rPr>
                        <a:t>3</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lvl="0" algn="ctr">
                        <a:buNone/>
                      </a:pPr>
                      <a:r>
                        <a:rPr lang="ja-JP" altLang="en-US" sz="2000" b="0" cap="none" spc="0">
                          <a:solidFill>
                            <a:schemeClr val="bg1"/>
                          </a:solidFill>
                        </a:rPr>
                        <a:t>5/20 </a:t>
                      </a:r>
                    </a:p>
                    <a:p>
                      <a:pPr lvl="0" algn="ctr">
                        <a:buNone/>
                      </a:pPr>
                      <a:r>
                        <a:rPr lang="ja-JP" altLang="en-US" sz="2000" b="0" cap="none" spc="0">
                          <a:solidFill>
                            <a:schemeClr val="bg1"/>
                          </a:solidFill>
                        </a:rPr>
                        <a:t>4</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28575" cmpd="sng">
                      <a:solidFill>
                        <a:schemeClr val="tx1"/>
                      </a:solidFill>
                    </a:lnR>
                    <a:lnT w="28575" cap="flat" cmpd="sng" algn="ctr">
                      <a:solidFill>
                        <a:schemeClr val="tx1"/>
                      </a:solidFill>
                      <a:prstDash val="solid"/>
                    </a:lnT>
                    <a:lnB w="28575" cmpd="sng">
                      <a:solidFill>
                        <a:schemeClr val="tx1"/>
                      </a:solidFill>
                    </a:lnB>
                    <a:solidFill>
                      <a:schemeClr val="accent2">
                        <a:lumMod val="75000"/>
                      </a:schemeClr>
                    </a:solidFill>
                  </a:tcPr>
                </a:tc>
                <a:extLst>
                  <a:ext uri="{0D108BD9-81ED-4DB2-BD59-A6C34878D82A}">
                    <a16:rowId xmlns:a16="http://schemas.microsoft.com/office/drawing/2014/main" val="2415174850"/>
                  </a:ext>
                </a:extLst>
              </a:tr>
              <a:tr h="1183123">
                <a:tc>
                  <a:txBody>
                    <a:bodyPr/>
                    <a:lstStyle/>
                    <a:p>
                      <a:pPr lvl="0" algn="ctr">
                        <a:buNone/>
                      </a:pPr>
                      <a:r>
                        <a:rPr lang="ja-JP" altLang="en-US" sz="2400" cap="none" spc="0">
                          <a:solidFill>
                            <a:schemeClr val="tx1"/>
                          </a:solidFill>
                        </a:rPr>
                        <a:t>要件仕様書、設計書確認</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pPr algn="ctr"/>
                      <a:r>
                        <a:rPr lang="ja-JP" altLang="en-US" sz="2400" cap="none" spc="0">
                          <a:solidFill>
                            <a:schemeClr val="tx1"/>
                          </a:solidFill>
                        </a:rPr>
                        <a:t>全員</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extLst>
                  <a:ext uri="{0D108BD9-81ED-4DB2-BD59-A6C34878D82A}">
                    <a16:rowId xmlns:a16="http://schemas.microsoft.com/office/drawing/2014/main" val="2679810873"/>
                  </a:ext>
                </a:extLst>
              </a:tr>
              <a:tr h="1253546">
                <a:tc>
                  <a:txBody>
                    <a:bodyPr/>
                    <a:lstStyle/>
                    <a:p>
                      <a:pPr algn="ctr"/>
                      <a:r>
                        <a:rPr lang="ja-JP" altLang="en-US" sz="2400" cap="none" spc="0">
                          <a:solidFill>
                            <a:schemeClr val="tx1"/>
                          </a:solidFill>
                        </a:rPr>
                        <a:t>スプレッドシート管理用プログラム作成</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pPr algn="ctr"/>
                      <a:r>
                        <a:rPr lang="ja-JP" altLang="en-US" sz="2400" cap="none" spc="0">
                          <a:solidFill>
                            <a:schemeClr val="tx1"/>
                          </a:solidFill>
                        </a:rPr>
                        <a:t>奥村</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extLst>
                  <a:ext uri="{0D108BD9-81ED-4DB2-BD59-A6C34878D82A}">
                    <a16:rowId xmlns:a16="http://schemas.microsoft.com/office/drawing/2014/main" val="3216902217"/>
                  </a:ext>
                </a:extLst>
              </a:tr>
              <a:tr h="1287683">
                <a:tc>
                  <a:txBody>
                    <a:bodyPr/>
                    <a:lstStyle/>
                    <a:p>
                      <a:pPr lvl="0" algn="ctr">
                        <a:buNone/>
                      </a:pPr>
                      <a:r>
                        <a:rPr lang="ja-JP" sz="2400" b="0" i="0" u="none" strike="noStrike" cap="none" spc="0" noProof="0">
                          <a:solidFill>
                            <a:schemeClr val="tx1"/>
                          </a:solidFill>
                          <a:latin typeface="游ゴシック"/>
                          <a:ea typeface="游ゴシック"/>
                        </a:rPr>
                        <a:t>照明操作用プログラム作成</a:t>
                      </a:r>
                      <a:endParaRPr lang="ja-JP"/>
                    </a:p>
                    <a:p>
                      <a:pPr lvl="0" algn="ctr">
                        <a:buNone/>
                      </a:pP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pPr algn="ctr"/>
                      <a:r>
                        <a:rPr lang="ja-JP" altLang="en-US" sz="2400" cap="none" spc="0">
                          <a:solidFill>
                            <a:schemeClr val="tx1"/>
                          </a:solidFill>
                        </a:rPr>
                        <a:t>川瀬</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extLst>
                  <a:ext uri="{0D108BD9-81ED-4DB2-BD59-A6C34878D82A}">
                    <a16:rowId xmlns:a16="http://schemas.microsoft.com/office/drawing/2014/main" val="3929051581"/>
                  </a:ext>
                </a:extLst>
              </a:tr>
              <a:tr h="1563406">
                <a:tc>
                  <a:txBody>
                    <a:bodyPr/>
                    <a:lstStyle/>
                    <a:p>
                      <a:pPr lvl="0" algn="ctr">
                        <a:buNone/>
                      </a:pPr>
                      <a:r>
                        <a:rPr lang="ja-JP" sz="2400" b="0" i="0" u="none" strike="noStrike" cap="none" spc="0" noProof="0">
                          <a:solidFill>
                            <a:schemeClr val="tx1"/>
                          </a:solidFill>
                          <a:latin typeface="游ゴシック"/>
                          <a:ea typeface="游ゴシック"/>
                        </a:rPr>
                        <a:t>Remo3からのデータ管理用プログラム</a:t>
                      </a:r>
                    </a:p>
                  </a:txBody>
                  <a:tcPr marL="130266" marR="130266" marT="130266" marB="65133" anchor="ctr">
                    <a:lnL w="28575" cmpd="sng">
                      <a:solidFill>
                        <a:schemeClr val="tx1"/>
                      </a:solidFill>
                      <a:prstDash val="soli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lgn="ctr">
                        <a:buNone/>
                      </a:pPr>
                      <a:r>
                        <a:rPr lang="ja-JP" altLang="en-US" sz="2400" cap="none" spc="0">
                          <a:solidFill>
                            <a:schemeClr val="tx1"/>
                          </a:solidFill>
                        </a:rPr>
                        <a:t>藤松</a:t>
                      </a:r>
                      <a:endParaRPr kumimoji="1" lang="ja-JP" altLang="en-US" sz="2400" cap="none" spc="0" dirty="0">
                        <a:solidFill>
                          <a:schemeClr val="tx1"/>
                        </a:solidFill>
                      </a:endParaRPr>
                    </a:p>
                  </a:txBody>
                  <a:tcPr marL="130266" marR="130266" marT="130266" marB="65133"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mpd="sng">
                      <a:solidFill>
                        <a:schemeClr val="tx1"/>
                      </a:solidFill>
                      <a:prstDash val="soli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381091604"/>
                  </a:ext>
                </a:extLst>
              </a:tr>
            </a:tbl>
          </a:graphicData>
        </a:graphic>
      </p:graphicFrame>
      <p:sp>
        <p:nvSpPr>
          <p:cNvPr id="2" name="矢印: 右 1">
            <a:extLst>
              <a:ext uri="{FF2B5EF4-FFF2-40B4-BE49-F238E27FC236}">
                <a16:creationId xmlns:a16="http://schemas.microsoft.com/office/drawing/2014/main" id="{4B477737-07B5-9E9C-A970-AB8DB53B355A}"/>
              </a:ext>
            </a:extLst>
          </p:cNvPr>
          <p:cNvSpPr/>
          <p:nvPr/>
        </p:nvSpPr>
        <p:spPr>
          <a:xfrm>
            <a:off x="4175487" y="1551878"/>
            <a:ext cx="954640" cy="564667"/>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 name="矢印: 右 2">
            <a:extLst>
              <a:ext uri="{FF2B5EF4-FFF2-40B4-BE49-F238E27FC236}">
                <a16:creationId xmlns:a16="http://schemas.microsoft.com/office/drawing/2014/main" id="{D51EB745-404B-7BA6-B168-74A594E10509}"/>
              </a:ext>
            </a:extLst>
          </p:cNvPr>
          <p:cNvSpPr/>
          <p:nvPr/>
        </p:nvSpPr>
        <p:spPr>
          <a:xfrm>
            <a:off x="4650500" y="2788891"/>
            <a:ext cx="2716145" cy="633939"/>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4" name="矢印: 右 3">
            <a:extLst>
              <a:ext uri="{FF2B5EF4-FFF2-40B4-BE49-F238E27FC236}">
                <a16:creationId xmlns:a16="http://schemas.microsoft.com/office/drawing/2014/main" id="{163E3222-2049-EFE1-C54D-75AD97450CDC}"/>
              </a:ext>
            </a:extLst>
          </p:cNvPr>
          <p:cNvSpPr/>
          <p:nvPr/>
        </p:nvSpPr>
        <p:spPr>
          <a:xfrm>
            <a:off x="4650500" y="4006111"/>
            <a:ext cx="2716145" cy="633939"/>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矢印: 右 5">
            <a:extLst>
              <a:ext uri="{FF2B5EF4-FFF2-40B4-BE49-F238E27FC236}">
                <a16:creationId xmlns:a16="http://schemas.microsoft.com/office/drawing/2014/main" id="{1160AA06-60B2-A68B-3411-5DE7C0C782C4}"/>
              </a:ext>
            </a:extLst>
          </p:cNvPr>
          <p:cNvSpPr/>
          <p:nvPr/>
        </p:nvSpPr>
        <p:spPr>
          <a:xfrm>
            <a:off x="4650499" y="5381670"/>
            <a:ext cx="2716145" cy="633939"/>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10031100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F38D1-2E8B-AFAC-6BC0-C941EF267C39}"/>
            </a:ext>
          </a:extLst>
        </p:cNvPr>
        <p:cNvGrpSpPr/>
        <p:nvPr/>
      </p:nvGrpSpPr>
      <p:grpSpPr>
        <a:xfrm>
          <a:off x="0" y="0"/>
          <a:ext cx="0" cy="0"/>
          <a:chOff x="0" y="0"/>
          <a:chExt cx="0" cy="0"/>
        </a:xfrm>
      </p:grpSpPr>
      <p:graphicFrame>
        <p:nvGraphicFramePr>
          <p:cNvPr id="5" name="コンテンツ プレースホルダー 3">
            <a:extLst>
              <a:ext uri="{FF2B5EF4-FFF2-40B4-BE49-F238E27FC236}">
                <a16:creationId xmlns:a16="http://schemas.microsoft.com/office/drawing/2014/main" id="{446911DF-0AD1-3C3D-4313-1CD4E9F65253}"/>
              </a:ext>
            </a:extLst>
          </p:cNvPr>
          <p:cNvGraphicFramePr>
            <a:graphicFrameLocks noGrp="1"/>
          </p:cNvGraphicFramePr>
          <p:nvPr>
            <p:ph idx="1"/>
            <p:extLst>
              <p:ext uri="{D42A27DB-BD31-4B8C-83A1-F6EECF244321}">
                <p14:modId xmlns:p14="http://schemas.microsoft.com/office/powerpoint/2010/main" val="3735943753"/>
              </p:ext>
            </p:extLst>
          </p:nvPr>
        </p:nvGraphicFramePr>
        <p:xfrm>
          <a:off x="98961" y="138545"/>
          <a:ext cx="11943812" cy="6192973"/>
        </p:xfrm>
        <a:graphic>
          <a:graphicData uri="http://schemas.openxmlformats.org/drawingml/2006/table">
            <a:tbl>
              <a:tblPr firstRow="1" bandRow="1">
                <a:solidFill>
                  <a:srgbClr val="F2F2F2">
                    <a:alpha val="45098"/>
                  </a:srgbClr>
                </a:solidFill>
                <a:tableStyleId>{5C22544A-7EE6-4342-B048-85BDC9FD1C3A}</a:tableStyleId>
              </a:tblPr>
              <a:tblGrid>
                <a:gridCol w="2319293">
                  <a:extLst>
                    <a:ext uri="{9D8B030D-6E8A-4147-A177-3AD203B41FA5}">
                      <a16:colId xmlns:a16="http://schemas.microsoft.com/office/drawing/2014/main" val="156765277"/>
                    </a:ext>
                  </a:extLst>
                </a:gridCol>
                <a:gridCol w="1632864">
                  <a:extLst>
                    <a:ext uri="{9D8B030D-6E8A-4147-A177-3AD203B41FA5}">
                      <a16:colId xmlns:a16="http://schemas.microsoft.com/office/drawing/2014/main" val="3140847924"/>
                    </a:ext>
                  </a:extLst>
                </a:gridCol>
                <a:gridCol w="1141665">
                  <a:extLst>
                    <a:ext uri="{9D8B030D-6E8A-4147-A177-3AD203B41FA5}">
                      <a16:colId xmlns:a16="http://schemas.microsoft.com/office/drawing/2014/main" val="2086900357"/>
                    </a:ext>
                  </a:extLst>
                </a:gridCol>
                <a:gridCol w="1141665">
                  <a:extLst>
                    <a:ext uri="{9D8B030D-6E8A-4147-A177-3AD203B41FA5}">
                      <a16:colId xmlns:a16="http://schemas.microsoft.com/office/drawing/2014/main" val="3397441561"/>
                    </a:ext>
                  </a:extLst>
                </a:gridCol>
                <a:gridCol w="1141665">
                  <a:extLst>
                    <a:ext uri="{9D8B030D-6E8A-4147-A177-3AD203B41FA5}">
                      <a16:colId xmlns:a16="http://schemas.microsoft.com/office/drawing/2014/main" val="1728737755"/>
                    </a:ext>
                  </a:extLst>
                </a:gridCol>
                <a:gridCol w="1141665">
                  <a:extLst>
                    <a:ext uri="{9D8B030D-6E8A-4147-A177-3AD203B41FA5}">
                      <a16:colId xmlns:a16="http://schemas.microsoft.com/office/drawing/2014/main" val="605575875"/>
                    </a:ext>
                  </a:extLst>
                </a:gridCol>
                <a:gridCol w="1141665">
                  <a:extLst>
                    <a:ext uri="{9D8B030D-6E8A-4147-A177-3AD203B41FA5}">
                      <a16:colId xmlns:a16="http://schemas.microsoft.com/office/drawing/2014/main" val="2550508484"/>
                    </a:ext>
                  </a:extLst>
                </a:gridCol>
                <a:gridCol w="1141665">
                  <a:extLst>
                    <a:ext uri="{9D8B030D-6E8A-4147-A177-3AD203B41FA5}">
                      <a16:colId xmlns:a16="http://schemas.microsoft.com/office/drawing/2014/main" val="1095651632"/>
                    </a:ext>
                  </a:extLst>
                </a:gridCol>
                <a:gridCol w="1141665">
                  <a:extLst>
                    <a:ext uri="{9D8B030D-6E8A-4147-A177-3AD203B41FA5}">
                      <a16:colId xmlns:a16="http://schemas.microsoft.com/office/drawing/2014/main" val="2065169449"/>
                    </a:ext>
                  </a:extLst>
                </a:gridCol>
              </a:tblGrid>
              <a:tr h="1027253">
                <a:tc>
                  <a:txBody>
                    <a:bodyPr/>
                    <a:lstStyle/>
                    <a:p>
                      <a:pPr algn="ctr"/>
                      <a:r>
                        <a:rPr lang="ja-JP" altLang="en-US" sz="2000" b="0" cap="none" spc="0">
                          <a:solidFill>
                            <a:schemeClr val="bg1"/>
                          </a:solidFill>
                        </a:rPr>
                        <a:t>タスク</a:t>
                      </a:r>
                      <a:endParaRPr kumimoji="1" lang="ja-JP" altLang="en-US" sz="2000" b="0" cap="none" spc="0">
                        <a:solidFill>
                          <a:schemeClr val="bg1"/>
                        </a:solidFill>
                      </a:endParaRPr>
                    </a:p>
                  </a:txBody>
                  <a:tcPr marL="130266" marR="130266" marT="130266" marB="65133" anchor="ctr">
                    <a:lnL w="28575" cmpd="sng">
                      <a:solidFill>
                        <a:schemeClr val="tx1"/>
                      </a:solid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担当</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4/22 </a:t>
                      </a:r>
                    </a:p>
                    <a:p>
                      <a:pPr lvl="0" algn="ctr">
                        <a:buNone/>
                      </a:pPr>
                      <a:r>
                        <a:rPr lang="ja-JP" altLang="en-US" sz="2000" b="0" cap="none" spc="0">
                          <a:solidFill>
                            <a:schemeClr val="bg1"/>
                          </a:solidFill>
                        </a:rPr>
                        <a:t>4限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4/29 </a:t>
                      </a:r>
                    </a:p>
                    <a:p>
                      <a:pPr lvl="0" algn="ctr">
                        <a:buNone/>
                      </a:pPr>
                      <a:r>
                        <a:rPr lang="ja-JP" altLang="en-US" sz="2000" b="0" cap="none" spc="0">
                          <a:solidFill>
                            <a:schemeClr val="bg1"/>
                          </a:solidFill>
                        </a:rPr>
                        <a:t>3</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4/29 </a:t>
                      </a:r>
                    </a:p>
                    <a:p>
                      <a:pPr lvl="0" algn="ctr">
                        <a:buNone/>
                      </a:pPr>
                      <a:r>
                        <a:rPr lang="ja-JP" altLang="en-US" sz="2000" b="0" cap="none" spc="0">
                          <a:solidFill>
                            <a:schemeClr val="bg1"/>
                          </a:solidFill>
                        </a:rPr>
                        <a:t>4</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5/13 </a:t>
                      </a:r>
                    </a:p>
                    <a:p>
                      <a:pPr lvl="0" algn="ctr">
                        <a:buNone/>
                      </a:pPr>
                      <a:r>
                        <a:rPr lang="ja-JP" altLang="en-US" sz="2000" b="0" cap="none" spc="0">
                          <a:solidFill>
                            <a:schemeClr val="bg1"/>
                          </a:solidFill>
                        </a:rPr>
                        <a:t>3</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5/13 </a:t>
                      </a:r>
                    </a:p>
                    <a:p>
                      <a:pPr lvl="0" algn="ctr">
                        <a:buNone/>
                      </a:pPr>
                      <a:r>
                        <a:rPr lang="ja-JP" altLang="en-US" sz="2000" b="0" cap="none" spc="0">
                          <a:solidFill>
                            <a:schemeClr val="bg1"/>
                          </a:solidFill>
                        </a:rPr>
                        <a:t>4</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lvl="0" algn="ctr">
                        <a:buNone/>
                      </a:pPr>
                      <a:r>
                        <a:rPr lang="ja-JP" altLang="en-US" sz="2000" b="0" cap="none" spc="0">
                          <a:solidFill>
                            <a:schemeClr val="bg1"/>
                          </a:solidFill>
                        </a:rPr>
                        <a:t>5/20 </a:t>
                      </a:r>
                    </a:p>
                    <a:p>
                      <a:pPr lvl="0" algn="ctr">
                        <a:buNone/>
                      </a:pPr>
                      <a:r>
                        <a:rPr lang="ja-JP" altLang="en-US" sz="2000" b="0" cap="none" spc="0">
                          <a:solidFill>
                            <a:schemeClr val="bg1"/>
                          </a:solidFill>
                        </a:rPr>
                        <a:t>3</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lvl="0" algn="ctr">
                        <a:buNone/>
                      </a:pPr>
                      <a:r>
                        <a:rPr lang="ja-JP" altLang="en-US" sz="2000" b="0" cap="none" spc="0">
                          <a:solidFill>
                            <a:schemeClr val="bg1"/>
                          </a:solidFill>
                        </a:rPr>
                        <a:t>5/20 </a:t>
                      </a:r>
                    </a:p>
                    <a:p>
                      <a:pPr lvl="0" algn="ctr">
                        <a:buNone/>
                      </a:pPr>
                      <a:r>
                        <a:rPr lang="ja-JP" altLang="en-US" sz="2000" b="0" cap="none" spc="0">
                          <a:solidFill>
                            <a:schemeClr val="bg1"/>
                          </a:solidFill>
                        </a:rPr>
                        <a:t>4</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28575" cmpd="sng">
                      <a:solidFill>
                        <a:schemeClr val="tx1"/>
                      </a:solidFill>
                    </a:lnR>
                    <a:lnT w="28575" cap="flat" cmpd="sng" algn="ctr">
                      <a:solidFill>
                        <a:schemeClr val="tx1"/>
                      </a:solidFill>
                      <a:prstDash val="solid"/>
                    </a:lnT>
                    <a:lnB w="28575" cmpd="sng">
                      <a:solidFill>
                        <a:schemeClr val="tx1"/>
                      </a:solidFill>
                    </a:lnB>
                    <a:solidFill>
                      <a:schemeClr val="accent2">
                        <a:lumMod val="75000"/>
                      </a:schemeClr>
                    </a:solidFill>
                  </a:tcPr>
                </a:tc>
                <a:extLst>
                  <a:ext uri="{0D108BD9-81ED-4DB2-BD59-A6C34878D82A}">
                    <a16:rowId xmlns:a16="http://schemas.microsoft.com/office/drawing/2014/main" val="2415174850"/>
                  </a:ext>
                </a:extLst>
              </a:tr>
              <a:tr h="1287683">
                <a:tc>
                  <a:txBody>
                    <a:bodyPr/>
                    <a:lstStyle/>
                    <a:p>
                      <a:pPr lvl="0" algn="ctr">
                        <a:buNone/>
                      </a:pPr>
                      <a:r>
                        <a:rPr lang="ja-JP" sz="2400" b="0" i="0" u="none" strike="noStrike" cap="none" spc="0" noProof="0">
                          <a:solidFill>
                            <a:schemeClr val="tx1"/>
                          </a:solidFill>
                          <a:latin typeface="游ゴシック"/>
                          <a:ea typeface="游ゴシック"/>
                        </a:rPr>
                        <a:t>カメラデータ管理用プログラム作成</a:t>
                      </a:r>
                      <a:endParaRPr kumimoji="1" lang="ja-JP"/>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pPr algn="ctr"/>
                      <a:r>
                        <a:rPr lang="ja-JP" altLang="en-US" sz="2400" cap="none" spc="0">
                          <a:solidFill>
                            <a:schemeClr val="tx1"/>
                          </a:solidFill>
                        </a:rPr>
                        <a:t>藤松</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extLst>
                  <a:ext uri="{0D108BD9-81ED-4DB2-BD59-A6C34878D82A}">
                    <a16:rowId xmlns:a16="http://schemas.microsoft.com/office/drawing/2014/main" val="2679810873"/>
                  </a:ext>
                </a:extLst>
              </a:tr>
              <a:tr h="1287683">
                <a:tc>
                  <a:txBody>
                    <a:bodyPr/>
                    <a:lstStyle/>
                    <a:p>
                      <a:pPr algn="ctr"/>
                      <a:r>
                        <a:rPr lang="ja-JP" altLang="en-US" sz="2400" cap="none" spc="0">
                          <a:solidFill>
                            <a:schemeClr val="tx1"/>
                          </a:solidFill>
                        </a:rPr>
                        <a:t>カメラ操作用プログラム作成</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pPr algn="ctr"/>
                      <a:r>
                        <a:rPr lang="ja-JP" altLang="en-US" sz="2400" cap="none" spc="0">
                          <a:solidFill>
                            <a:schemeClr val="tx1"/>
                          </a:solidFill>
                        </a:rPr>
                        <a:t>三木原</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extLst>
                  <a:ext uri="{0D108BD9-81ED-4DB2-BD59-A6C34878D82A}">
                    <a16:rowId xmlns:a16="http://schemas.microsoft.com/office/drawing/2014/main" val="3216902217"/>
                  </a:ext>
                </a:extLst>
              </a:tr>
              <a:tr h="1287683">
                <a:tc>
                  <a:txBody>
                    <a:bodyPr/>
                    <a:lstStyle/>
                    <a:p>
                      <a:pPr algn="ctr"/>
                      <a:r>
                        <a:rPr lang="ja-JP" altLang="en-US" sz="2400" cap="none" spc="0">
                          <a:solidFill>
                            <a:schemeClr val="tx1"/>
                          </a:solidFill>
                        </a:rPr>
                        <a:t>スプレッドシート情報取得テスト</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pPr algn="ctr"/>
                      <a:r>
                        <a:rPr lang="ja-JP" altLang="en-US" sz="2400" cap="none" spc="0">
                          <a:solidFill>
                            <a:schemeClr val="tx1"/>
                          </a:solidFill>
                        </a:rPr>
                        <a:t>奥村</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extLst>
                  <a:ext uri="{0D108BD9-81ED-4DB2-BD59-A6C34878D82A}">
                    <a16:rowId xmlns:a16="http://schemas.microsoft.com/office/drawing/2014/main" val="3929051581"/>
                  </a:ext>
                </a:extLst>
              </a:tr>
              <a:tr h="1287683">
                <a:tc>
                  <a:txBody>
                    <a:bodyPr/>
                    <a:lstStyle/>
                    <a:p>
                      <a:pPr lvl="0" algn="ctr">
                        <a:buNone/>
                      </a:pPr>
                      <a:r>
                        <a:rPr lang="ja-JP" altLang="en-US" sz="2400" b="0" cap="none" spc="0">
                          <a:solidFill>
                            <a:schemeClr val="tx1"/>
                          </a:solidFill>
                        </a:rPr>
                        <a:t>照明調整テスト</a:t>
                      </a:r>
                      <a:endParaRPr kumimoji="1" lang="ja-JP" altLang="en-US" sz="2400" b="0" cap="none" spc="0" dirty="0">
                        <a:solidFill>
                          <a:schemeClr val="tx1"/>
                        </a:solidFill>
                      </a:endParaRPr>
                    </a:p>
                  </a:txBody>
                  <a:tcPr marL="130266" marR="130266" marT="130266" marB="65133" anchor="ctr">
                    <a:lnL w="28575" cmpd="sng">
                      <a:solidFill>
                        <a:schemeClr val="tx1"/>
                      </a:solidFill>
                      <a:prstDash val="soli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lgn="ctr">
                        <a:buNone/>
                      </a:pPr>
                      <a:r>
                        <a:rPr lang="ja-JP" altLang="en-US" sz="2400" cap="none" spc="0">
                          <a:solidFill>
                            <a:schemeClr val="tx1"/>
                          </a:solidFill>
                        </a:rPr>
                        <a:t>川瀬</a:t>
                      </a:r>
                      <a:endParaRPr kumimoji="1" lang="ja-JP" altLang="en-US" sz="2400" cap="none" spc="0" dirty="0">
                        <a:solidFill>
                          <a:schemeClr val="tx1"/>
                        </a:solidFill>
                      </a:endParaRPr>
                    </a:p>
                  </a:txBody>
                  <a:tcPr marL="130266" marR="130266" marT="130266" marB="65133"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mpd="sng">
                      <a:solidFill>
                        <a:schemeClr val="tx1"/>
                      </a:solidFill>
                      <a:prstDash val="soli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381091604"/>
                  </a:ext>
                </a:extLst>
              </a:tr>
            </a:tbl>
          </a:graphicData>
        </a:graphic>
      </p:graphicFrame>
      <p:sp>
        <p:nvSpPr>
          <p:cNvPr id="4" name="矢印: 右 3">
            <a:extLst>
              <a:ext uri="{FF2B5EF4-FFF2-40B4-BE49-F238E27FC236}">
                <a16:creationId xmlns:a16="http://schemas.microsoft.com/office/drawing/2014/main" id="{36DFF339-9154-358D-E216-69EBE1BFB7F3}"/>
              </a:ext>
            </a:extLst>
          </p:cNvPr>
          <p:cNvSpPr/>
          <p:nvPr/>
        </p:nvSpPr>
        <p:spPr>
          <a:xfrm>
            <a:off x="4610916" y="1512294"/>
            <a:ext cx="2716145" cy="633939"/>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 name="矢印: 右 6">
            <a:extLst>
              <a:ext uri="{FF2B5EF4-FFF2-40B4-BE49-F238E27FC236}">
                <a16:creationId xmlns:a16="http://schemas.microsoft.com/office/drawing/2014/main" id="{5D73624B-37C3-02FA-FFA7-5C73A4675D8B}"/>
              </a:ext>
            </a:extLst>
          </p:cNvPr>
          <p:cNvSpPr/>
          <p:nvPr/>
        </p:nvSpPr>
        <p:spPr>
          <a:xfrm>
            <a:off x="4610916" y="2798787"/>
            <a:ext cx="2716145" cy="633939"/>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 name="矢印: 右 7">
            <a:extLst>
              <a:ext uri="{FF2B5EF4-FFF2-40B4-BE49-F238E27FC236}">
                <a16:creationId xmlns:a16="http://schemas.microsoft.com/office/drawing/2014/main" id="{AC5FD8CD-BFA7-18EF-3217-94802A3DD1E7}"/>
              </a:ext>
            </a:extLst>
          </p:cNvPr>
          <p:cNvSpPr/>
          <p:nvPr/>
        </p:nvSpPr>
        <p:spPr>
          <a:xfrm>
            <a:off x="7569851" y="4075384"/>
            <a:ext cx="2112483" cy="633939"/>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9" name="矢印: 右 8">
            <a:extLst>
              <a:ext uri="{FF2B5EF4-FFF2-40B4-BE49-F238E27FC236}">
                <a16:creationId xmlns:a16="http://schemas.microsoft.com/office/drawing/2014/main" id="{582B6D94-3577-FFA4-F721-623AF560E19B}"/>
              </a:ext>
            </a:extLst>
          </p:cNvPr>
          <p:cNvSpPr/>
          <p:nvPr/>
        </p:nvSpPr>
        <p:spPr>
          <a:xfrm>
            <a:off x="7569850" y="5361878"/>
            <a:ext cx="2112483" cy="633939"/>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2010936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7C2C4-5E60-3C98-5EA0-17B13309D2B1}"/>
            </a:ext>
          </a:extLst>
        </p:cNvPr>
        <p:cNvGrpSpPr/>
        <p:nvPr/>
      </p:nvGrpSpPr>
      <p:grpSpPr>
        <a:xfrm>
          <a:off x="0" y="0"/>
          <a:ext cx="0" cy="0"/>
          <a:chOff x="0" y="0"/>
          <a:chExt cx="0" cy="0"/>
        </a:xfrm>
      </p:grpSpPr>
      <p:graphicFrame>
        <p:nvGraphicFramePr>
          <p:cNvPr id="5" name="コンテンツ プレースホルダー 3">
            <a:extLst>
              <a:ext uri="{FF2B5EF4-FFF2-40B4-BE49-F238E27FC236}">
                <a16:creationId xmlns:a16="http://schemas.microsoft.com/office/drawing/2014/main" id="{6E222D60-4148-882F-E486-C2F1F283D942}"/>
              </a:ext>
            </a:extLst>
          </p:cNvPr>
          <p:cNvGraphicFramePr>
            <a:graphicFrameLocks noGrp="1"/>
          </p:cNvGraphicFramePr>
          <p:nvPr>
            <p:ph idx="1"/>
            <p:extLst>
              <p:ext uri="{D42A27DB-BD31-4B8C-83A1-F6EECF244321}">
                <p14:modId xmlns:p14="http://schemas.microsoft.com/office/powerpoint/2010/main" val="2550697296"/>
              </p:ext>
            </p:extLst>
          </p:nvPr>
        </p:nvGraphicFramePr>
        <p:xfrm>
          <a:off x="98961" y="138545"/>
          <a:ext cx="11943810" cy="5999649"/>
        </p:xfrm>
        <a:graphic>
          <a:graphicData uri="http://schemas.openxmlformats.org/drawingml/2006/table">
            <a:tbl>
              <a:tblPr firstRow="1" bandRow="1">
                <a:solidFill>
                  <a:srgbClr val="F2F2F2">
                    <a:alpha val="45098"/>
                  </a:srgbClr>
                </a:solidFill>
                <a:tableStyleId>{5C22544A-7EE6-4342-B048-85BDC9FD1C3A}</a:tableStyleId>
              </a:tblPr>
              <a:tblGrid>
                <a:gridCol w="2319292">
                  <a:extLst>
                    <a:ext uri="{9D8B030D-6E8A-4147-A177-3AD203B41FA5}">
                      <a16:colId xmlns:a16="http://schemas.microsoft.com/office/drawing/2014/main" val="156765277"/>
                    </a:ext>
                  </a:extLst>
                </a:gridCol>
                <a:gridCol w="1632863">
                  <a:extLst>
                    <a:ext uri="{9D8B030D-6E8A-4147-A177-3AD203B41FA5}">
                      <a16:colId xmlns:a16="http://schemas.microsoft.com/office/drawing/2014/main" val="3140847924"/>
                    </a:ext>
                  </a:extLst>
                </a:gridCol>
                <a:gridCol w="1141665">
                  <a:extLst>
                    <a:ext uri="{9D8B030D-6E8A-4147-A177-3AD203B41FA5}">
                      <a16:colId xmlns:a16="http://schemas.microsoft.com/office/drawing/2014/main" val="2086900357"/>
                    </a:ext>
                  </a:extLst>
                </a:gridCol>
                <a:gridCol w="1141665">
                  <a:extLst>
                    <a:ext uri="{9D8B030D-6E8A-4147-A177-3AD203B41FA5}">
                      <a16:colId xmlns:a16="http://schemas.microsoft.com/office/drawing/2014/main" val="3397441561"/>
                    </a:ext>
                  </a:extLst>
                </a:gridCol>
                <a:gridCol w="1141665">
                  <a:extLst>
                    <a:ext uri="{9D8B030D-6E8A-4147-A177-3AD203B41FA5}">
                      <a16:colId xmlns:a16="http://schemas.microsoft.com/office/drawing/2014/main" val="1728737755"/>
                    </a:ext>
                  </a:extLst>
                </a:gridCol>
                <a:gridCol w="1141665">
                  <a:extLst>
                    <a:ext uri="{9D8B030D-6E8A-4147-A177-3AD203B41FA5}">
                      <a16:colId xmlns:a16="http://schemas.microsoft.com/office/drawing/2014/main" val="605575875"/>
                    </a:ext>
                  </a:extLst>
                </a:gridCol>
                <a:gridCol w="1141665">
                  <a:extLst>
                    <a:ext uri="{9D8B030D-6E8A-4147-A177-3AD203B41FA5}">
                      <a16:colId xmlns:a16="http://schemas.microsoft.com/office/drawing/2014/main" val="2550508484"/>
                    </a:ext>
                  </a:extLst>
                </a:gridCol>
                <a:gridCol w="1141665">
                  <a:extLst>
                    <a:ext uri="{9D8B030D-6E8A-4147-A177-3AD203B41FA5}">
                      <a16:colId xmlns:a16="http://schemas.microsoft.com/office/drawing/2014/main" val="1095651632"/>
                    </a:ext>
                  </a:extLst>
                </a:gridCol>
                <a:gridCol w="1141665">
                  <a:extLst>
                    <a:ext uri="{9D8B030D-6E8A-4147-A177-3AD203B41FA5}">
                      <a16:colId xmlns:a16="http://schemas.microsoft.com/office/drawing/2014/main" val="2065169449"/>
                    </a:ext>
                  </a:extLst>
                </a:gridCol>
              </a:tblGrid>
              <a:tr h="1027253">
                <a:tc>
                  <a:txBody>
                    <a:bodyPr/>
                    <a:lstStyle/>
                    <a:p>
                      <a:pPr algn="ctr"/>
                      <a:r>
                        <a:rPr lang="ja-JP" altLang="en-US" sz="2000" b="0" cap="none" spc="0">
                          <a:solidFill>
                            <a:schemeClr val="bg1"/>
                          </a:solidFill>
                        </a:rPr>
                        <a:t>タスク</a:t>
                      </a:r>
                      <a:endParaRPr kumimoji="1" lang="ja-JP" altLang="en-US" sz="2000" b="0" cap="none" spc="0">
                        <a:solidFill>
                          <a:schemeClr val="bg1"/>
                        </a:solidFill>
                      </a:endParaRPr>
                    </a:p>
                  </a:txBody>
                  <a:tcPr marL="130266" marR="130266" marT="130266" marB="65133" anchor="ctr">
                    <a:lnL w="28575" cmpd="sng">
                      <a:solidFill>
                        <a:schemeClr val="tx1"/>
                      </a:solid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担当</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4/22 </a:t>
                      </a:r>
                    </a:p>
                    <a:p>
                      <a:pPr lvl="0" algn="ctr">
                        <a:buNone/>
                      </a:pPr>
                      <a:r>
                        <a:rPr lang="ja-JP" altLang="en-US" sz="2000" b="0" cap="none" spc="0">
                          <a:solidFill>
                            <a:schemeClr val="bg1"/>
                          </a:solidFill>
                        </a:rPr>
                        <a:t>4限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4/29 </a:t>
                      </a:r>
                    </a:p>
                    <a:p>
                      <a:pPr lvl="0" algn="ctr">
                        <a:buNone/>
                      </a:pPr>
                      <a:r>
                        <a:rPr lang="ja-JP" altLang="en-US" sz="2000" b="0" cap="none" spc="0">
                          <a:solidFill>
                            <a:schemeClr val="bg1"/>
                          </a:solidFill>
                        </a:rPr>
                        <a:t>3</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4/29 </a:t>
                      </a:r>
                    </a:p>
                    <a:p>
                      <a:pPr lvl="0" algn="ctr">
                        <a:buNone/>
                      </a:pPr>
                      <a:r>
                        <a:rPr lang="ja-JP" altLang="en-US" sz="2000" b="0" cap="none" spc="0">
                          <a:solidFill>
                            <a:schemeClr val="bg1"/>
                          </a:solidFill>
                        </a:rPr>
                        <a:t>4</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5/13 </a:t>
                      </a:r>
                    </a:p>
                    <a:p>
                      <a:pPr lvl="0" algn="ctr">
                        <a:buNone/>
                      </a:pPr>
                      <a:r>
                        <a:rPr lang="ja-JP" altLang="en-US" sz="2000" b="0" cap="none" spc="0">
                          <a:solidFill>
                            <a:schemeClr val="bg1"/>
                          </a:solidFill>
                        </a:rPr>
                        <a:t>3</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algn="ctr"/>
                      <a:r>
                        <a:rPr lang="ja-JP" altLang="en-US" sz="2000" b="0" cap="none" spc="0">
                          <a:solidFill>
                            <a:schemeClr val="bg1"/>
                          </a:solidFill>
                        </a:rPr>
                        <a:t>5/13 </a:t>
                      </a:r>
                    </a:p>
                    <a:p>
                      <a:pPr lvl="0" algn="ctr">
                        <a:buNone/>
                      </a:pPr>
                      <a:r>
                        <a:rPr lang="ja-JP" altLang="en-US" sz="2000" b="0" cap="none" spc="0">
                          <a:solidFill>
                            <a:schemeClr val="bg1"/>
                          </a:solidFill>
                        </a:rPr>
                        <a:t>4</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lvl="0" algn="ctr">
                        <a:buNone/>
                      </a:pPr>
                      <a:r>
                        <a:rPr lang="ja-JP" altLang="en-US" sz="2000" b="0" cap="none" spc="0">
                          <a:solidFill>
                            <a:schemeClr val="bg1"/>
                          </a:solidFill>
                        </a:rPr>
                        <a:t>5/20 </a:t>
                      </a:r>
                    </a:p>
                    <a:p>
                      <a:pPr lvl="0" algn="ctr">
                        <a:buNone/>
                      </a:pPr>
                      <a:r>
                        <a:rPr lang="ja-JP" altLang="en-US" sz="2000" b="0" cap="none" spc="0">
                          <a:solidFill>
                            <a:schemeClr val="bg1"/>
                          </a:solidFill>
                        </a:rPr>
                        <a:t>3</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0" cmpd="sng">
                      <a:noFill/>
                    </a:lnR>
                    <a:lnT w="28575" cap="flat" cmpd="sng" algn="ctr">
                      <a:solidFill>
                        <a:schemeClr val="tx1"/>
                      </a:solidFill>
                      <a:prstDash val="solid"/>
                    </a:lnT>
                    <a:lnB w="28575" cmpd="sng">
                      <a:solidFill>
                        <a:schemeClr val="tx1"/>
                      </a:solidFill>
                    </a:lnB>
                    <a:solidFill>
                      <a:schemeClr val="accent2">
                        <a:lumMod val="75000"/>
                      </a:schemeClr>
                    </a:solidFill>
                  </a:tcPr>
                </a:tc>
                <a:tc>
                  <a:txBody>
                    <a:bodyPr/>
                    <a:lstStyle/>
                    <a:p>
                      <a:pPr lvl="0" algn="ctr">
                        <a:buNone/>
                      </a:pPr>
                      <a:r>
                        <a:rPr lang="ja-JP" altLang="en-US" sz="2000" b="0" cap="none" spc="0">
                          <a:solidFill>
                            <a:schemeClr val="bg1"/>
                          </a:solidFill>
                        </a:rPr>
                        <a:t>5/20 </a:t>
                      </a:r>
                    </a:p>
                    <a:p>
                      <a:pPr lvl="0" algn="ctr">
                        <a:buNone/>
                      </a:pPr>
                      <a:r>
                        <a:rPr lang="ja-JP" altLang="en-US" sz="2000" b="0" cap="none" spc="0">
                          <a:solidFill>
                            <a:schemeClr val="bg1"/>
                          </a:solidFill>
                        </a:rPr>
                        <a:t>4</a:t>
                      </a:r>
                      <a:r>
                        <a:rPr lang="ja-JP" sz="2000" b="0" i="0" u="none" strike="noStrike" cap="none" spc="0" noProof="0">
                          <a:solidFill>
                            <a:schemeClr val="bg1"/>
                          </a:solidFill>
                          <a:latin typeface="游ゴシック"/>
                          <a:ea typeface="游ゴシック"/>
                        </a:rPr>
                        <a:t>限</a:t>
                      </a:r>
                      <a:endParaRPr kumimoji="1" lang="ja-JP" altLang="en-US" sz="2000" b="0" cap="none" spc="0">
                        <a:solidFill>
                          <a:schemeClr val="bg1"/>
                        </a:solidFill>
                      </a:endParaRPr>
                    </a:p>
                  </a:txBody>
                  <a:tcPr marL="130266" marR="130266" marT="130266" marB="65133" anchor="ctr">
                    <a:lnL w="0" cmpd="sng">
                      <a:noFill/>
                    </a:lnL>
                    <a:lnR w="28575" cmpd="sng">
                      <a:solidFill>
                        <a:schemeClr val="tx1"/>
                      </a:solidFill>
                    </a:lnR>
                    <a:lnT w="28575" cap="flat" cmpd="sng" algn="ctr">
                      <a:solidFill>
                        <a:schemeClr val="tx1"/>
                      </a:solidFill>
                      <a:prstDash val="solid"/>
                    </a:lnT>
                    <a:lnB w="28575" cmpd="sng">
                      <a:solidFill>
                        <a:schemeClr val="tx1"/>
                      </a:solidFill>
                    </a:lnB>
                    <a:solidFill>
                      <a:schemeClr val="accent2">
                        <a:lumMod val="75000"/>
                      </a:schemeClr>
                    </a:solidFill>
                  </a:tcPr>
                </a:tc>
                <a:extLst>
                  <a:ext uri="{0D108BD9-81ED-4DB2-BD59-A6C34878D82A}">
                    <a16:rowId xmlns:a16="http://schemas.microsoft.com/office/drawing/2014/main" val="2415174850"/>
                  </a:ext>
                </a:extLst>
              </a:tr>
              <a:tr h="1394782">
                <a:tc>
                  <a:txBody>
                    <a:bodyPr/>
                    <a:lstStyle/>
                    <a:p>
                      <a:pPr lvl="0" algn="ctr">
                        <a:buNone/>
                      </a:pPr>
                      <a:endParaRPr lang="ja-JP" altLang="en-US" sz="2400" b="0" i="0" u="none" strike="noStrike" cap="none" spc="0" noProof="0" dirty="0">
                        <a:solidFill>
                          <a:schemeClr val="tx1"/>
                        </a:solidFill>
                        <a:latin typeface="游ゴシック"/>
                        <a:ea typeface="游ゴシック"/>
                      </a:endParaRPr>
                    </a:p>
                    <a:p>
                      <a:pPr lvl="0" algn="ctr">
                        <a:buNone/>
                      </a:pPr>
                      <a:r>
                        <a:rPr lang="ja-JP" sz="2400" b="0" i="0" u="none" strike="noStrike" cap="none" spc="0" noProof="0">
                          <a:solidFill>
                            <a:schemeClr val="tx1"/>
                          </a:solidFill>
                          <a:latin typeface="游ゴシック"/>
                          <a:ea typeface="游ゴシック"/>
                        </a:rPr>
                        <a:t>写真の送信テスト</a:t>
                      </a:r>
                      <a:endParaRPr kumimoji="1" lang="ja-JP"/>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pPr algn="ctr"/>
                      <a:r>
                        <a:rPr lang="ja-JP" altLang="en-US" sz="2400" cap="none" spc="0">
                          <a:solidFill>
                            <a:schemeClr val="tx1"/>
                          </a:solidFill>
                        </a:rPr>
                        <a:t>藤松</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lnT>
                    <a:lnB w="28575" cap="flat" cmpd="sng" algn="ctr">
                      <a:solidFill>
                        <a:schemeClr val="tx1"/>
                      </a:solidFill>
                      <a:prstDash val="solid"/>
                    </a:lnB>
                    <a:solidFill>
                      <a:schemeClr val="bg1">
                        <a:lumMod val="95000"/>
                      </a:schemeClr>
                    </a:solidFill>
                  </a:tcPr>
                </a:tc>
                <a:extLst>
                  <a:ext uri="{0D108BD9-81ED-4DB2-BD59-A6C34878D82A}">
                    <a16:rowId xmlns:a16="http://schemas.microsoft.com/office/drawing/2014/main" val="2679810873"/>
                  </a:ext>
                </a:extLst>
              </a:tr>
              <a:tr h="1394782">
                <a:tc>
                  <a:txBody>
                    <a:bodyPr/>
                    <a:lstStyle/>
                    <a:p>
                      <a:pPr lvl="0" algn="ctr">
                        <a:buNone/>
                      </a:pPr>
                      <a:r>
                        <a:rPr lang="ja-JP" sz="2400" b="0" i="0" u="none" strike="noStrike" cap="none" spc="0" noProof="0">
                          <a:solidFill>
                            <a:schemeClr val="tx1"/>
                          </a:solidFill>
                          <a:latin typeface="游ゴシック"/>
                          <a:ea typeface="游ゴシック"/>
                        </a:rPr>
                        <a:t>カメラが人を検知した後の撮影テスト</a:t>
                      </a:r>
                      <a:endParaRPr lang="ja-JP"/>
                    </a:p>
                  </a:txBody>
                  <a:tcPr marL="130266" marR="130266" marT="130266" marB="65133" anchor="ctr">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pPr algn="ctr"/>
                      <a:r>
                        <a:rPr lang="ja-JP" altLang="en-US" sz="2400" cap="none" spc="0">
                          <a:solidFill>
                            <a:schemeClr val="tx1"/>
                          </a:solidFill>
                        </a:rPr>
                        <a:t>三木原</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ap="flat" cmpd="sng" algn="ctr">
                      <a:solidFill>
                        <a:schemeClr val="tx1"/>
                      </a:solidFill>
                      <a:prstDash val="solid"/>
                    </a:lnT>
                    <a:lnB w="28575" cmpd="sng">
                      <a:solidFill>
                        <a:schemeClr val="tx1"/>
                      </a:solidFill>
                      <a:prstDash val="solid"/>
                    </a:lnB>
                    <a:solidFill>
                      <a:schemeClr val="bg1">
                        <a:lumMod val="95000"/>
                      </a:schemeClr>
                    </a:solidFill>
                  </a:tcPr>
                </a:tc>
                <a:extLst>
                  <a:ext uri="{0D108BD9-81ED-4DB2-BD59-A6C34878D82A}">
                    <a16:rowId xmlns:a16="http://schemas.microsoft.com/office/drawing/2014/main" val="3216902217"/>
                  </a:ext>
                </a:extLst>
              </a:tr>
              <a:tr h="1374493">
                <a:tc>
                  <a:txBody>
                    <a:bodyPr/>
                    <a:lstStyle/>
                    <a:p>
                      <a:pPr algn="ctr"/>
                      <a:r>
                        <a:rPr lang="ja-JP" altLang="en-US" sz="2400" cap="none" spc="0">
                          <a:solidFill>
                            <a:schemeClr val="tx1"/>
                          </a:solidFill>
                        </a:rPr>
                        <a:t>システムテスト</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pPr algn="ctr"/>
                      <a:r>
                        <a:rPr lang="ja-JP" altLang="en-US" sz="2400" cap="none" spc="0">
                          <a:solidFill>
                            <a:schemeClr val="tx1"/>
                          </a:solidFill>
                        </a:rPr>
                        <a:t>全員</a:t>
                      </a:r>
                      <a:endParaRPr kumimoji="1" lang="ja-JP" altLang="en-US" sz="2400" cap="none" spc="0" dirty="0">
                        <a:solidFill>
                          <a:schemeClr val="tx1"/>
                        </a:solidFill>
                      </a:endParaRPr>
                    </a:p>
                  </a:txBody>
                  <a:tcPr marL="130266" marR="130266" marT="130266" marB="65133" anchor="ctr">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mpd="sng">
                      <a:solidFill>
                        <a:schemeClr val="tx1"/>
                      </a:solidFill>
                      <a:prstDash val="solid"/>
                    </a:lnL>
                    <a:lnR w="28575" cmpd="sng">
                      <a:solidFill>
                        <a:schemeClr val="tx1"/>
                      </a:solidFill>
                      <a:prstDash val="solid"/>
                    </a:lnR>
                    <a:lnT w="28575" cmpd="sng">
                      <a:solidFill>
                        <a:schemeClr val="tx1"/>
                      </a:solidFill>
                      <a:prstDash val="solid"/>
                    </a:lnT>
                    <a:lnB w="28575" cap="flat" cmpd="sng" algn="ctr">
                      <a:solidFill>
                        <a:schemeClr val="tx1"/>
                      </a:solidFill>
                      <a:prstDash val="solid"/>
                    </a:lnB>
                    <a:solidFill>
                      <a:schemeClr val="bg1">
                        <a:lumMod val="95000"/>
                      </a:schemeClr>
                    </a:solidFill>
                  </a:tcPr>
                </a:tc>
                <a:extLst>
                  <a:ext uri="{0D108BD9-81ED-4DB2-BD59-A6C34878D82A}">
                    <a16:rowId xmlns:a16="http://schemas.microsoft.com/office/drawing/2014/main" val="3929051581"/>
                  </a:ext>
                </a:extLst>
              </a:tr>
              <a:tr h="808339">
                <a:tc>
                  <a:txBody>
                    <a:bodyPr/>
                    <a:lstStyle/>
                    <a:p>
                      <a:pPr lvl="0" algn="ctr">
                        <a:buNone/>
                      </a:pPr>
                      <a:r>
                        <a:rPr lang="ja-JP" altLang="en-US" sz="2400" b="0" cap="none" spc="0">
                          <a:solidFill>
                            <a:schemeClr val="tx1"/>
                          </a:solidFill>
                        </a:rPr>
                        <a:t>成果発表資料</a:t>
                      </a:r>
                      <a:endParaRPr kumimoji="1" lang="ja-JP" altLang="en-US" sz="2400" b="0" cap="none" spc="0" dirty="0">
                        <a:solidFill>
                          <a:schemeClr val="tx1"/>
                        </a:solidFill>
                      </a:endParaRPr>
                    </a:p>
                  </a:txBody>
                  <a:tcPr marL="130266" marR="130266" marT="130266" marB="65133" anchor="ctr">
                    <a:lnL w="28575" cmpd="sng">
                      <a:solidFill>
                        <a:schemeClr val="tx1"/>
                      </a:solidFill>
                      <a:prstDash val="soli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lgn="ctr">
                        <a:buNone/>
                      </a:pPr>
                      <a:r>
                        <a:rPr lang="ja-JP" altLang="en-US" sz="2400" cap="none" spc="0">
                          <a:solidFill>
                            <a:schemeClr val="tx1"/>
                          </a:solidFill>
                        </a:rPr>
                        <a:t>全員</a:t>
                      </a:r>
                      <a:endParaRPr kumimoji="1" lang="ja-JP" altLang="en-US" sz="2400" cap="none" spc="0" dirty="0">
                        <a:solidFill>
                          <a:schemeClr val="tx1"/>
                        </a:solidFill>
                      </a:endParaRPr>
                    </a:p>
                  </a:txBody>
                  <a:tcPr marL="130266" marR="130266" marT="130266" marB="65133"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kumimoji="1" lang="ja-JP" altLang="en-US" sz="2400" cap="none" spc="0" dirty="0">
                        <a:solidFill>
                          <a:schemeClr val="tx1"/>
                        </a:solidFill>
                      </a:endParaRPr>
                    </a:p>
                  </a:txBody>
                  <a:tcPr marL="130266" marR="130266" marT="130266" marB="65133">
                    <a:lnL w="28575" cap="flat" cmpd="sng" algn="ctr">
                      <a:solidFill>
                        <a:schemeClr val="tx1"/>
                      </a:solidFill>
                      <a:prstDash val="solid"/>
                      <a:round/>
                      <a:headEnd type="none" w="med" len="med"/>
                      <a:tailEnd type="none" w="med" len="med"/>
                    </a:lnL>
                    <a:lnR w="28575" cmpd="sng">
                      <a:solidFill>
                        <a:schemeClr val="tx1"/>
                      </a:solidFill>
                      <a:prstDash val="soli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381091604"/>
                  </a:ext>
                </a:extLst>
              </a:tr>
            </a:tbl>
          </a:graphicData>
        </a:graphic>
      </p:graphicFrame>
      <p:sp>
        <p:nvSpPr>
          <p:cNvPr id="2" name="矢印: 右 1">
            <a:extLst>
              <a:ext uri="{FF2B5EF4-FFF2-40B4-BE49-F238E27FC236}">
                <a16:creationId xmlns:a16="http://schemas.microsoft.com/office/drawing/2014/main" id="{A8BB637E-FC19-0D42-57D0-4B94666C04E3}"/>
              </a:ext>
            </a:extLst>
          </p:cNvPr>
          <p:cNvSpPr/>
          <p:nvPr/>
        </p:nvSpPr>
        <p:spPr>
          <a:xfrm>
            <a:off x="4333824" y="5460839"/>
            <a:ext cx="7604821" cy="564667"/>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矢印: 右 5">
            <a:extLst>
              <a:ext uri="{FF2B5EF4-FFF2-40B4-BE49-F238E27FC236}">
                <a16:creationId xmlns:a16="http://schemas.microsoft.com/office/drawing/2014/main" id="{B4B99DBE-1C02-6478-24D8-0CF04189A844}"/>
              </a:ext>
            </a:extLst>
          </p:cNvPr>
          <p:cNvSpPr/>
          <p:nvPr/>
        </p:nvSpPr>
        <p:spPr>
          <a:xfrm>
            <a:off x="9875643" y="4431644"/>
            <a:ext cx="954640" cy="564667"/>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 name="矢印: 右 7">
            <a:extLst>
              <a:ext uri="{FF2B5EF4-FFF2-40B4-BE49-F238E27FC236}">
                <a16:creationId xmlns:a16="http://schemas.microsoft.com/office/drawing/2014/main" id="{46AFF6DA-D395-F9E1-3222-023B32E16CD4}"/>
              </a:ext>
            </a:extLst>
          </p:cNvPr>
          <p:cNvSpPr/>
          <p:nvPr/>
        </p:nvSpPr>
        <p:spPr>
          <a:xfrm>
            <a:off x="7579746" y="1581566"/>
            <a:ext cx="2112483" cy="633939"/>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0" name="矢印: 右 9">
            <a:extLst>
              <a:ext uri="{FF2B5EF4-FFF2-40B4-BE49-F238E27FC236}">
                <a16:creationId xmlns:a16="http://schemas.microsoft.com/office/drawing/2014/main" id="{DFBD21D1-F1DB-38B8-9865-77E258247A4A}"/>
              </a:ext>
            </a:extLst>
          </p:cNvPr>
          <p:cNvSpPr/>
          <p:nvPr/>
        </p:nvSpPr>
        <p:spPr>
          <a:xfrm>
            <a:off x="7579746" y="2937333"/>
            <a:ext cx="2112483" cy="633939"/>
          </a:xfrm>
          <a:prstGeom prst="rightArrow">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376961622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452</Words>
  <Application>Microsoft Office PowerPoint</Application>
  <PresentationFormat>ワイド画面</PresentationFormat>
  <Paragraphs>136</Paragraphs>
  <Slides>14</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14</vt:i4>
      </vt:variant>
    </vt:vector>
  </HeadingPairs>
  <TitlesOfParts>
    <vt:vector size="19" baseType="lpstr">
      <vt:lpstr>Arial,Sans-Serif</vt:lpstr>
      <vt:lpstr>游ゴシック</vt:lpstr>
      <vt:lpstr>游ゴシック Light</vt:lpstr>
      <vt:lpstr>Arial</vt:lpstr>
      <vt:lpstr>Office テーマ</vt:lpstr>
      <vt:lpstr>中間発表</vt:lpstr>
      <vt:lpstr>1．要求仕様</vt:lpstr>
      <vt:lpstr>システムの概要</vt:lpstr>
      <vt:lpstr>要求仕様</vt:lpstr>
      <vt:lpstr>想定する利用者</vt:lpstr>
      <vt:lpstr>２．設計</vt:lpstr>
      <vt:lpstr>システム処理の流れ</vt:lpstr>
      <vt:lpstr>必要なモジュール</vt:lpstr>
      <vt:lpstr>３．プロジェクト計画</vt:lpstr>
      <vt:lpstr>開発体制</vt:lpstr>
      <vt:lpstr>開発スケジュール</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陽己 川瀬</dc:creator>
  <cp:lastModifiedBy>三木原 浬(is0848vs)</cp:lastModifiedBy>
  <cp:revision>219</cp:revision>
  <dcterms:created xsi:type="dcterms:W3CDTF">2026-04-15T06:48:04Z</dcterms:created>
  <dcterms:modified xsi:type="dcterms:W3CDTF">2026-04-21T23:58:09Z</dcterms:modified>
</cp:coreProperties>
</file>